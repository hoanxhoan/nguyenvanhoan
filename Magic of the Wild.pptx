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25"/>
  </p:notesMasterIdLst>
  <p:sldIdLst>
    <p:sldId id="256" r:id="rId3"/>
    <p:sldId id="260" r:id="rId4"/>
    <p:sldId id="259" r:id="rId5"/>
    <p:sldId id="275" r:id="rId6"/>
    <p:sldId id="261" r:id="rId7"/>
    <p:sldId id="262" r:id="rId8"/>
    <p:sldId id="279" r:id="rId9"/>
    <p:sldId id="276" r:id="rId10"/>
    <p:sldId id="263" r:id="rId11"/>
    <p:sldId id="264" r:id="rId12"/>
    <p:sldId id="265" r:id="rId13"/>
    <p:sldId id="269" r:id="rId14"/>
    <p:sldId id="272" r:id="rId15"/>
    <p:sldId id="273" r:id="rId16"/>
    <p:sldId id="266" r:id="rId17"/>
    <p:sldId id="267" r:id="rId18"/>
    <p:sldId id="268" r:id="rId19"/>
    <p:sldId id="270" r:id="rId20"/>
    <p:sldId id="274" r:id="rId21"/>
    <p:sldId id="271" r:id="rId22"/>
    <p:sldId id="277" r:id="rId23"/>
    <p:sldId id="278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96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91" d="100"/>
          <a:sy n="91" d="100"/>
        </p:scale>
        <p:origin x="132" y="4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99E6B2-4995-472F-83D2-AC5B08DB6CDA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C98B66-1558-4E80-A4F7-DE816B3727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4088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1" name="Google Shape;1601;g54dda1946d_6_2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2" name="Google Shape;1602;g54dda1946d_6_2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A1uf1Q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5" Type="http://schemas.openxmlformats.org/officeDocument/2006/relationships/hyperlink" Target="http://bit.ly/2TtBDfr" TargetMode="External"/><Relationship Id="rId4" Type="http://schemas.openxmlformats.org/officeDocument/2006/relationships/hyperlink" Target="http://bit.ly/2TyoMsr" TargetMode="Externa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0B7E1-996E-578D-E3EA-C0952F27CF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505B87-3471-F392-EAAA-73EF6C50EC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21AFD1-D464-C6B4-CD43-0E37213C8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28E2A-DD9A-4850-9788-B7AC3411AF7F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D20B4-872F-0528-82EF-2A82F7CC3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574E7B-7576-BB80-F2D2-7C7394354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67E41-895C-40E9-A4A5-D2695283E9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398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1F3B9-CBBF-D2CA-0383-BACBE3D4C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B767E3-6C50-873D-6CF6-03154EA93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974F25-66FE-8195-32A0-8671C857E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28E2A-DD9A-4850-9788-B7AC3411AF7F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0481B3-A51F-9588-C26A-92595FCD1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8536F-082B-5FC6-0973-956A326F1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67E41-895C-40E9-A4A5-D2695283E9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1092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EC7AB-526C-7CFF-C2DA-05C36F9487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133008-C709-9EE5-637F-D59637CD0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E2B090-B517-F379-B8AC-C13FD7E66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28E2A-DD9A-4850-9788-B7AC3411AF7F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6B96F9-AACF-B8CE-A7B2-A0B3492D4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C68605-9108-6C76-D8A8-F447AD363F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67E41-895C-40E9-A4A5-D2695283E9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1970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01B71-B5DB-D220-8020-F773037A5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E171-326A-2C7C-3F29-CEBA5A35C5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761600-4F5C-DF3C-27FD-8E1CA5480B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C7B7E2-261D-8EB9-6229-FEEE3FBED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28E2A-DD9A-4850-9788-B7AC3411AF7F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589770-70B8-917A-A931-299644F0C3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3097DA-6C4F-3FA6-1D26-D79852823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67E41-895C-40E9-A4A5-D2695283E9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7984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F22904-8974-C9DA-7D16-3E0CEBE1F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F5F2AD-B2C4-F83D-D501-7179105168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71FF83-6F44-4A1F-B28E-540210DF7B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7DD429-3DE8-94D9-66CA-B7C4B06AE8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C867BA1-DC2A-736E-1EFB-A099086047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7DDBE7-5F01-3FC4-829E-B63358329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28E2A-DD9A-4850-9788-B7AC3411AF7F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E84EDE-F51B-CB7D-4B38-18396AD600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4A614BA-1A66-E7D5-4B2E-4A480CFF8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67E41-895C-40E9-A4A5-D2695283E9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491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D4BC1-622E-30C4-8969-C8E91DEEE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818E9E-1AA8-D238-548D-4AB9DB4CA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28E2A-DD9A-4850-9788-B7AC3411AF7F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1985E5-021E-B247-AA8B-B398C609B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F8C589-4030-C9E1-C109-7B5CA8D97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67E41-895C-40E9-A4A5-D2695283E9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0698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8F735E7-D12D-BB1F-8C21-604346EA5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28E2A-DD9A-4850-9788-B7AC3411AF7F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F54F0CF-CE69-669E-AA10-6DF37A56B4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528B06-7232-73A5-663C-69FA2738E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67E41-895C-40E9-A4A5-D2695283E9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0824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C8778-4FEF-7BD2-7AE4-3DD70EF7F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406B5-2B4F-DD92-8807-369ED64E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5CA54A-0350-D6D9-81DC-7E9EADFF7D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259628-25E3-15D9-75CA-58B11FCAF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28E2A-DD9A-4850-9788-B7AC3411AF7F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4D89F1-7E79-7F37-3888-2B08D7FC0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23A6C1-7732-E425-57A2-6E80275FF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67E41-895C-40E9-A4A5-D2695283E9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8539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F37C0-9A93-6715-CD03-90BC33D67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11649C1-C772-915E-8AD5-516F5E38027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C221CA-7641-DE4F-1F95-8D8FC8BF9F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753E2A-6CC4-18A2-B8EC-8653370AD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28E2A-DD9A-4850-9788-B7AC3411AF7F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CF7E6D-B112-F39C-7066-152485BEB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5F01CB-21BD-C5CC-DB65-D4355C41B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67E41-895C-40E9-A4A5-D2695283E9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135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4EFFD-888D-A415-A71E-FBE9F3937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46A604F-0B21-AD48-ECE9-2D3CC25A02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6F5A44-A396-BA2C-2119-8E90C3E451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28E2A-DD9A-4850-9788-B7AC3411AF7F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1FBE7C-8BEB-2A10-8587-CDAE978BE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F8AA92-62BE-11DA-F980-96ECA76FC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67E41-895C-40E9-A4A5-D2695283E9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3383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950D783-D14A-681D-F871-2827C2D8CC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F6BAD0-42C0-0A33-967F-36656AD94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DFDBC9-91AA-6852-63D6-1A70DF4F9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28E2A-DD9A-4850-9788-B7AC3411AF7F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6401C9-6091-BCE5-9F9D-AFF71B34A6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8CE131-A129-ABF1-66F9-08F16DE4B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367E41-895C-40E9-A4A5-D2695283E9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61760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-11600" y="5000"/>
            <a:ext cx="12215200" cy="6880400"/>
            <a:chOff x="-8700" y="3750"/>
            <a:chExt cx="9161400" cy="5160300"/>
          </a:xfrm>
        </p:grpSpPr>
        <p:grpSp>
          <p:nvGrpSpPr>
            <p:cNvPr id="10" name="Google Shape;10;p2"/>
            <p:cNvGrpSpPr/>
            <p:nvPr/>
          </p:nvGrpSpPr>
          <p:grpSpPr>
            <a:xfrm>
              <a:off x="334175" y="3750"/>
              <a:ext cx="8475647" cy="5160300"/>
              <a:chOff x="334175" y="3750"/>
              <a:chExt cx="8475647" cy="5160300"/>
            </a:xfrm>
          </p:grpSpPr>
          <p:cxnSp>
            <p:nvCxnSpPr>
              <p:cNvPr id="11" name="Google Shape;11;p2"/>
              <p:cNvCxnSpPr/>
              <p:nvPr/>
            </p:nvCxnSpPr>
            <p:spPr>
              <a:xfrm>
                <a:off x="33417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" name="Google Shape;12;p2"/>
              <p:cNvCxnSpPr/>
              <p:nvPr/>
            </p:nvCxnSpPr>
            <p:spPr>
              <a:xfrm>
                <a:off x="68732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" name="Google Shape;13;p2"/>
              <p:cNvCxnSpPr/>
              <p:nvPr/>
            </p:nvCxnSpPr>
            <p:spPr>
              <a:xfrm>
                <a:off x="104047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" name="Google Shape;14;p2"/>
              <p:cNvCxnSpPr/>
              <p:nvPr/>
            </p:nvCxnSpPr>
            <p:spPr>
              <a:xfrm>
                <a:off x="139363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" name="Google Shape;15;p2"/>
              <p:cNvCxnSpPr/>
              <p:nvPr/>
            </p:nvCxnSpPr>
            <p:spPr>
              <a:xfrm>
                <a:off x="174678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" name="Google Shape;16;p2"/>
              <p:cNvCxnSpPr/>
              <p:nvPr/>
            </p:nvCxnSpPr>
            <p:spPr>
              <a:xfrm>
                <a:off x="209993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" name="Google Shape;17;p2"/>
              <p:cNvCxnSpPr/>
              <p:nvPr/>
            </p:nvCxnSpPr>
            <p:spPr>
              <a:xfrm>
                <a:off x="245308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" name="Google Shape;18;p2"/>
              <p:cNvCxnSpPr/>
              <p:nvPr/>
            </p:nvCxnSpPr>
            <p:spPr>
              <a:xfrm>
                <a:off x="280623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" name="Google Shape;19;p2"/>
              <p:cNvCxnSpPr/>
              <p:nvPr/>
            </p:nvCxnSpPr>
            <p:spPr>
              <a:xfrm>
                <a:off x="315939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0" name="Google Shape;20;p2"/>
              <p:cNvCxnSpPr/>
              <p:nvPr/>
            </p:nvCxnSpPr>
            <p:spPr>
              <a:xfrm>
                <a:off x="351254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" name="Google Shape;21;p2"/>
              <p:cNvCxnSpPr/>
              <p:nvPr/>
            </p:nvCxnSpPr>
            <p:spPr>
              <a:xfrm>
                <a:off x="386569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" name="Google Shape;22;p2"/>
              <p:cNvCxnSpPr/>
              <p:nvPr/>
            </p:nvCxnSpPr>
            <p:spPr>
              <a:xfrm>
                <a:off x="421884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" name="Google Shape;23;p2"/>
              <p:cNvCxnSpPr/>
              <p:nvPr/>
            </p:nvCxnSpPr>
            <p:spPr>
              <a:xfrm>
                <a:off x="457199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4" name="Google Shape;24;p2"/>
              <p:cNvCxnSpPr/>
              <p:nvPr/>
            </p:nvCxnSpPr>
            <p:spPr>
              <a:xfrm>
                <a:off x="492515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" name="Google Shape;25;p2"/>
              <p:cNvCxnSpPr/>
              <p:nvPr/>
            </p:nvCxnSpPr>
            <p:spPr>
              <a:xfrm>
                <a:off x="527830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" name="Google Shape;26;p2"/>
              <p:cNvCxnSpPr/>
              <p:nvPr/>
            </p:nvCxnSpPr>
            <p:spPr>
              <a:xfrm>
                <a:off x="563145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7" name="Google Shape;27;p2"/>
              <p:cNvCxnSpPr/>
              <p:nvPr/>
            </p:nvCxnSpPr>
            <p:spPr>
              <a:xfrm>
                <a:off x="598460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" name="Google Shape;28;p2"/>
              <p:cNvCxnSpPr/>
              <p:nvPr/>
            </p:nvCxnSpPr>
            <p:spPr>
              <a:xfrm>
                <a:off x="633775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" name="Google Shape;29;p2"/>
              <p:cNvCxnSpPr/>
              <p:nvPr/>
            </p:nvCxnSpPr>
            <p:spPr>
              <a:xfrm>
                <a:off x="669091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" name="Google Shape;30;p2"/>
              <p:cNvCxnSpPr/>
              <p:nvPr/>
            </p:nvCxnSpPr>
            <p:spPr>
              <a:xfrm>
                <a:off x="704406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" name="Google Shape;31;p2"/>
              <p:cNvCxnSpPr/>
              <p:nvPr/>
            </p:nvCxnSpPr>
            <p:spPr>
              <a:xfrm>
                <a:off x="739721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" name="Google Shape;32;p2"/>
              <p:cNvCxnSpPr/>
              <p:nvPr/>
            </p:nvCxnSpPr>
            <p:spPr>
              <a:xfrm>
                <a:off x="775036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" name="Google Shape;33;p2"/>
              <p:cNvCxnSpPr/>
              <p:nvPr/>
            </p:nvCxnSpPr>
            <p:spPr>
              <a:xfrm>
                <a:off x="810351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" name="Google Shape;34;p2"/>
              <p:cNvCxnSpPr/>
              <p:nvPr/>
            </p:nvCxnSpPr>
            <p:spPr>
              <a:xfrm>
                <a:off x="845667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" name="Google Shape;35;p2"/>
              <p:cNvCxnSpPr/>
              <p:nvPr/>
            </p:nvCxnSpPr>
            <p:spPr>
              <a:xfrm>
                <a:off x="880982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36" name="Google Shape;36;p2"/>
            <p:cNvCxnSpPr/>
            <p:nvPr/>
          </p:nvCxnSpPr>
          <p:spPr>
            <a:xfrm>
              <a:off x="-8700" y="2926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2"/>
            <p:cNvCxnSpPr/>
            <p:nvPr/>
          </p:nvCxnSpPr>
          <p:spPr>
            <a:xfrm>
              <a:off x="-8700" y="7034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8" name="Google Shape;38;p2"/>
            <p:cNvCxnSpPr/>
            <p:nvPr/>
          </p:nvCxnSpPr>
          <p:spPr>
            <a:xfrm>
              <a:off x="-8700" y="10523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" name="Google Shape;39;p2"/>
            <p:cNvCxnSpPr/>
            <p:nvPr/>
          </p:nvCxnSpPr>
          <p:spPr>
            <a:xfrm>
              <a:off x="-8700" y="14631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" name="Google Shape;40;p2"/>
            <p:cNvCxnSpPr/>
            <p:nvPr/>
          </p:nvCxnSpPr>
          <p:spPr>
            <a:xfrm>
              <a:off x="-8700" y="18345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" name="Google Shape;41;p2"/>
            <p:cNvCxnSpPr/>
            <p:nvPr/>
          </p:nvCxnSpPr>
          <p:spPr>
            <a:xfrm>
              <a:off x="-8700" y="22453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2" name="Google Shape;42;p2"/>
            <p:cNvCxnSpPr/>
            <p:nvPr/>
          </p:nvCxnSpPr>
          <p:spPr>
            <a:xfrm>
              <a:off x="-8700" y="25942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3" name="Google Shape;43;p2"/>
            <p:cNvCxnSpPr/>
            <p:nvPr/>
          </p:nvCxnSpPr>
          <p:spPr>
            <a:xfrm>
              <a:off x="-8700" y="30050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" name="Google Shape;44;p2"/>
            <p:cNvCxnSpPr/>
            <p:nvPr/>
          </p:nvCxnSpPr>
          <p:spPr>
            <a:xfrm>
              <a:off x="-8700" y="33764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5" name="Google Shape;45;p2"/>
            <p:cNvCxnSpPr/>
            <p:nvPr/>
          </p:nvCxnSpPr>
          <p:spPr>
            <a:xfrm>
              <a:off x="-8700" y="37872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6" name="Google Shape;46;p2"/>
            <p:cNvCxnSpPr/>
            <p:nvPr/>
          </p:nvCxnSpPr>
          <p:spPr>
            <a:xfrm>
              <a:off x="-8700" y="41361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7" name="Google Shape;47;p2"/>
            <p:cNvCxnSpPr/>
            <p:nvPr/>
          </p:nvCxnSpPr>
          <p:spPr>
            <a:xfrm>
              <a:off x="-8700" y="45470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8" name="Google Shape;48;p2"/>
            <p:cNvCxnSpPr/>
            <p:nvPr/>
          </p:nvCxnSpPr>
          <p:spPr>
            <a:xfrm>
              <a:off x="-8700" y="48508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9" name="Google Shape;49;p2"/>
          <p:cNvGrpSpPr/>
          <p:nvPr/>
        </p:nvGrpSpPr>
        <p:grpSpPr>
          <a:xfrm>
            <a:off x="366955" y="155451"/>
            <a:ext cx="11208224" cy="6320500"/>
            <a:chOff x="155350" y="201563"/>
            <a:chExt cx="8686750" cy="4740375"/>
          </a:xfrm>
        </p:grpSpPr>
        <p:sp>
          <p:nvSpPr>
            <p:cNvPr id="50" name="Google Shape;50;p2"/>
            <p:cNvSpPr/>
            <p:nvPr/>
          </p:nvSpPr>
          <p:spPr>
            <a:xfrm>
              <a:off x="8494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1" name="Google Shape;51;p2"/>
            <p:cNvSpPr/>
            <p:nvPr/>
          </p:nvSpPr>
          <p:spPr>
            <a:xfrm>
              <a:off x="27723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2" name="Google Shape;52;p2"/>
            <p:cNvSpPr/>
            <p:nvPr/>
          </p:nvSpPr>
          <p:spPr>
            <a:xfrm>
              <a:off x="46952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3" name="Google Shape;53;p2"/>
            <p:cNvSpPr/>
            <p:nvPr/>
          </p:nvSpPr>
          <p:spPr>
            <a:xfrm>
              <a:off x="66181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54" name="Google Shape;54;p2"/>
            <p:cNvGrpSpPr/>
            <p:nvPr/>
          </p:nvGrpSpPr>
          <p:grpSpPr>
            <a:xfrm>
              <a:off x="155350" y="382538"/>
              <a:ext cx="8686750" cy="4559400"/>
              <a:chOff x="155350" y="382538"/>
              <a:chExt cx="8686750" cy="4559400"/>
            </a:xfrm>
          </p:grpSpPr>
          <p:sp>
            <p:nvSpPr>
              <p:cNvPr id="55" name="Google Shape;55;p2"/>
              <p:cNvSpPr/>
              <p:nvPr/>
            </p:nvSpPr>
            <p:spPr>
              <a:xfrm>
                <a:off x="302000" y="382538"/>
                <a:ext cx="8540100" cy="4559400"/>
              </a:xfrm>
              <a:prstGeom prst="roundRect">
                <a:avLst>
                  <a:gd name="adj" fmla="val 2747"/>
                </a:avLst>
              </a:prstGeom>
              <a:solidFill>
                <a:schemeClr val="accent4"/>
              </a:solidFill>
              <a:ln>
                <a:noFill/>
              </a:ln>
              <a:effectLst>
                <a:outerShdw dist="57150" dir="2400000" algn="bl" rotWithShape="0">
                  <a:schemeClr val="dk1">
                    <a:alpha val="7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pic>
            <p:nvPicPr>
              <p:cNvPr id="56" name="Google Shape;56;p2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155350" y="640650"/>
                <a:ext cx="291950" cy="27553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57" name="Google Shape;57;p2"/>
              <p:cNvPicPr preferRelativeResize="0"/>
              <p:nvPr/>
            </p:nvPicPr>
            <p:blipFill rotWithShape="1">
              <a:blip r:embed="rId2">
                <a:alphaModFix/>
              </a:blip>
              <a:srcRect b="53499"/>
              <a:stretch/>
            </p:blipFill>
            <p:spPr>
              <a:xfrm>
                <a:off x="155350" y="3402600"/>
                <a:ext cx="291950" cy="128124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sp>
        <p:nvSpPr>
          <p:cNvPr id="58" name="Google Shape;58;p2"/>
          <p:cNvSpPr txBox="1">
            <a:spLocks noGrp="1"/>
          </p:cNvSpPr>
          <p:nvPr>
            <p:ph type="ctrTitle"/>
          </p:nvPr>
        </p:nvSpPr>
        <p:spPr>
          <a:xfrm>
            <a:off x="1855133" y="1845033"/>
            <a:ext cx="8482000" cy="227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59" name="Google Shape;59;p2"/>
          <p:cNvSpPr txBox="1">
            <a:spLocks noGrp="1"/>
          </p:cNvSpPr>
          <p:nvPr>
            <p:ph type="subTitle" idx="1"/>
          </p:nvPr>
        </p:nvSpPr>
        <p:spPr>
          <a:xfrm>
            <a:off x="1855180" y="4378567"/>
            <a:ext cx="8482000" cy="63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2133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560639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Google Shape;61;p3"/>
          <p:cNvGrpSpPr/>
          <p:nvPr/>
        </p:nvGrpSpPr>
        <p:grpSpPr>
          <a:xfrm>
            <a:off x="-11600" y="5000"/>
            <a:ext cx="12215200" cy="6880400"/>
            <a:chOff x="-8700" y="3750"/>
            <a:chExt cx="9161400" cy="5160300"/>
          </a:xfrm>
        </p:grpSpPr>
        <p:grpSp>
          <p:nvGrpSpPr>
            <p:cNvPr id="62" name="Google Shape;62;p3"/>
            <p:cNvGrpSpPr/>
            <p:nvPr/>
          </p:nvGrpSpPr>
          <p:grpSpPr>
            <a:xfrm>
              <a:off x="334175" y="3750"/>
              <a:ext cx="8475647" cy="5160300"/>
              <a:chOff x="334175" y="3750"/>
              <a:chExt cx="8475647" cy="5160300"/>
            </a:xfrm>
          </p:grpSpPr>
          <p:cxnSp>
            <p:nvCxnSpPr>
              <p:cNvPr id="63" name="Google Shape;63;p3"/>
              <p:cNvCxnSpPr/>
              <p:nvPr/>
            </p:nvCxnSpPr>
            <p:spPr>
              <a:xfrm>
                <a:off x="33417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" name="Google Shape;64;p3"/>
              <p:cNvCxnSpPr/>
              <p:nvPr/>
            </p:nvCxnSpPr>
            <p:spPr>
              <a:xfrm>
                <a:off x="68732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5" name="Google Shape;65;p3"/>
              <p:cNvCxnSpPr/>
              <p:nvPr/>
            </p:nvCxnSpPr>
            <p:spPr>
              <a:xfrm>
                <a:off x="104047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6" name="Google Shape;66;p3"/>
              <p:cNvCxnSpPr/>
              <p:nvPr/>
            </p:nvCxnSpPr>
            <p:spPr>
              <a:xfrm>
                <a:off x="139363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7" name="Google Shape;67;p3"/>
              <p:cNvCxnSpPr/>
              <p:nvPr/>
            </p:nvCxnSpPr>
            <p:spPr>
              <a:xfrm>
                <a:off x="174678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8" name="Google Shape;68;p3"/>
              <p:cNvCxnSpPr/>
              <p:nvPr/>
            </p:nvCxnSpPr>
            <p:spPr>
              <a:xfrm>
                <a:off x="209993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" name="Google Shape;69;p3"/>
              <p:cNvCxnSpPr/>
              <p:nvPr/>
            </p:nvCxnSpPr>
            <p:spPr>
              <a:xfrm>
                <a:off x="245308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0" name="Google Shape;70;p3"/>
              <p:cNvCxnSpPr/>
              <p:nvPr/>
            </p:nvCxnSpPr>
            <p:spPr>
              <a:xfrm>
                <a:off x="280623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3"/>
              <p:cNvCxnSpPr/>
              <p:nvPr/>
            </p:nvCxnSpPr>
            <p:spPr>
              <a:xfrm>
                <a:off x="315939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3"/>
              <p:cNvCxnSpPr/>
              <p:nvPr/>
            </p:nvCxnSpPr>
            <p:spPr>
              <a:xfrm>
                <a:off x="351254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3"/>
              <p:cNvCxnSpPr/>
              <p:nvPr/>
            </p:nvCxnSpPr>
            <p:spPr>
              <a:xfrm>
                <a:off x="386569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3"/>
              <p:cNvCxnSpPr/>
              <p:nvPr/>
            </p:nvCxnSpPr>
            <p:spPr>
              <a:xfrm>
                <a:off x="421884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5" name="Google Shape;75;p3"/>
              <p:cNvCxnSpPr/>
              <p:nvPr/>
            </p:nvCxnSpPr>
            <p:spPr>
              <a:xfrm>
                <a:off x="457199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6" name="Google Shape;76;p3"/>
              <p:cNvCxnSpPr/>
              <p:nvPr/>
            </p:nvCxnSpPr>
            <p:spPr>
              <a:xfrm>
                <a:off x="492515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7" name="Google Shape;77;p3"/>
              <p:cNvCxnSpPr/>
              <p:nvPr/>
            </p:nvCxnSpPr>
            <p:spPr>
              <a:xfrm>
                <a:off x="527830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8" name="Google Shape;78;p3"/>
              <p:cNvCxnSpPr/>
              <p:nvPr/>
            </p:nvCxnSpPr>
            <p:spPr>
              <a:xfrm>
                <a:off x="563145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9" name="Google Shape;79;p3"/>
              <p:cNvCxnSpPr/>
              <p:nvPr/>
            </p:nvCxnSpPr>
            <p:spPr>
              <a:xfrm>
                <a:off x="598460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" name="Google Shape;80;p3"/>
              <p:cNvCxnSpPr/>
              <p:nvPr/>
            </p:nvCxnSpPr>
            <p:spPr>
              <a:xfrm>
                <a:off x="633775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" name="Google Shape;81;p3"/>
              <p:cNvCxnSpPr/>
              <p:nvPr/>
            </p:nvCxnSpPr>
            <p:spPr>
              <a:xfrm>
                <a:off x="669091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" name="Google Shape;82;p3"/>
              <p:cNvCxnSpPr/>
              <p:nvPr/>
            </p:nvCxnSpPr>
            <p:spPr>
              <a:xfrm>
                <a:off x="704406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" name="Google Shape;83;p3"/>
              <p:cNvCxnSpPr/>
              <p:nvPr/>
            </p:nvCxnSpPr>
            <p:spPr>
              <a:xfrm>
                <a:off x="739721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4" name="Google Shape;84;p3"/>
              <p:cNvCxnSpPr/>
              <p:nvPr/>
            </p:nvCxnSpPr>
            <p:spPr>
              <a:xfrm>
                <a:off x="775036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5" name="Google Shape;85;p3"/>
              <p:cNvCxnSpPr/>
              <p:nvPr/>
            </p:nvCxnSpPr>
            <p:spPr>
              <a:xfrm>
                <a:off x="810351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6" name="Google Shape;86;p3"/>
              <p:cNvCxnSpPr/>
              <p:nvPr/>
            </p:nvCxnSpPr>
            <p:spPr>
              <a:xfrm>
                <a:off x="845667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7" name="Google Shape;87;p3"/>
              <p:cNvCxnSpPr/>
              <p:nvPr/>
            </p:nvCxnSpPr>
            <p:spPr>
              <a:xfrm>
                <a:off x="880982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88" name="Google Shape;88;p3"/>
            <p:cNvCxnSpPr/>
            <p:nvPr/>
          </p:nvCxnSpPr>
          <p:spPr>
            <a:xfrm>
              <a:off x="-8700" y="2926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9" name="Google Shape;89;p3"/>
            <p:cNvCxnSpPr/>
            <p:nvPr/>
          </p:nvCxnSpPr>
          <p:spPr>
            <a:xfrm>
              <a:off x="-8700" y="7034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0" name="Google Shape;90;p3"/>
            <p:cNvCxnSpPr/>
            <p:nvPr/>
          </p:nvCxnSpPr>
          <p:spPr>
            <a:xfrm>
              <a:off x="-8700" y="10523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1" name="Google Shape;91;p3"/>
            <p:cNvCxnSpPr/>
            <p:nvPr/>
          </p:nvCxnSpPr>
          <p:spPr>
            <a:xfrm>
              <a:off x="-8700" y="14631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2" name="Google Shape;92;p3"/>
            <p:cNvCxnSpPr/>
            <p:nvPr/>
          </p:nvCxnSpPr>
          <p:spPr>
            <a:xfrm>
              <a:off x="-8700" y="18345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3" name="Google Shape;93;p3"/>
            <p:cNvCxnSpPr/>
            <p:nvPr/>
          </p:nvCxnSpPr>
          <p:spPr>
            <a:xfrm>
              <a:off x="-8700" y="22453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" name="Google Shape;94;p3"/>
            <p:cNvCxnSpPr/>
            <p:nvPr/>
          </p:nvCxnSpPr>
          <p:spPr>
            <a:xfrm>
              <a:off x="-8700" y="25942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5" name="Google Shape;95;p3"/>
            <p:cNvCxnSpPr/>
            <p:nvPr/>
          </p:nvCxnSpPr>
          <p:spPr>
            <a:xfrm>
              <a:off x="-8700" y="30050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6" name="Google Shape;96;p3"/>
            <p:cNvCxnSpPr/>
            <p:nvPr/>
          </p:nvCxnSpPr>
          <p:spPr>
            <a:xfrm>
              <a:off x="-8700" y="33764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7" name="Google Shape;97;p3"/>
            <p:cNvCxnSpPr/>
            <p:nvPr/>
          </p:nvCxnSpPr>
          <p:spPr>
            <a:xfrm>
              <a:off x="-8700" y="37872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8" name="Google Shape;98;p3"/>
            <p:cNvCxnSpPr/>
            <p:nvPr/>
          </p:nvCxnSpPr>
          <p:spPr>
            <a:xfrm>
              <a:off x="-8700" y="41361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9" name="Google Shape;99;p3"/>
            <p:cNvCxnSpPr/>
            <p:nvPr/>
          </p:nvCxnSpPr>
          <p:spPr>
            <a:xfrm>
              <a:off x="-8700" y="45470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0" name="Google Shape;100;p3"/>
            <p:cNvCxnSpPr/>
            <p:nvPr/>
          </p:nvCxnSpPr>
          <p:spPr>
            <a:xfrm>
              <a:off x="-8700" y="48508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01" name="Google Shape;101;p3"/>
          <p:cNvGrpSpPr/>
          <p:nvPr/>
        </p:nvGrpSpPr>
        <p:grpSpPr>
          <a:xfrm>
            <a:off x="366955" y="405600"/>
            <a:ext cx="11512845" cy="6079200"/>
            <a:chOff x="275216" y="304200"/>
            <a:chExt cx="8634634" cy="4559400"/>
          </a:xfrm>
        </p:grpSpPr>
        <p:grpSp>
          <p:nvGrpSpPr>
            <p:cNvPr id="102" name="Google Shape;102;p3"/>
            <p:cNvGrpSpPr/>
            <p:nvPr/>
          </p:nvGrpSpPr>
          <p:grpSpPr>
            <a:xfrm>
              <a:off x="275216" y="304200"/>
              <a:ext cx="8406168" cy="4559400"/>
              <a:chOff x="155350" y="382538"/>
              <a:chExt cx="8686750" cy="4559400"/>
            </a:xfrm>
          </p:grpSpPr>
          <p:sp>
            <p:nvSpPr>
              <p:cNvPr id="103" name="Google Shape;103;p3"/>
              <p:cNvSpPr/>
              <p:nvPr/>
            </p:nvSpPr>
            <p:spPr>
              <a:xfrm>
                <a:off x="302000" y="382538"/>
                <a:ext cx="8540100" cy="4559400"/>
              </a:xfrm>
              <a:prstGeom prst="roundRect">
                <a:avLst>
                  <a:gd name="adj" fmla="val 2747"/>
                </a:avLst>
              </a:prstGeom>
              <a:solidFill>
                <a:schemeClr val="accent4"/>
              </a:solidFill>
              <a:ln>
                <a:noFill/>
              </a:ln>
              <a:effectLst>
                <a:outerShdw dist="57150" dir="2400000" algn="bl" rotWithShape="0">
                  <a:schemeClr val="dk1">
                    <a:alpha val="7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pic>
            <p:nvPicPr>
              <p:cNvPr id="104" name="Google Shape;104;p3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155350" y="640650"/>
                <a:ext cx="291950" cy="27553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5" name="Google Shape;105;p3"/>
              <p:cNvPicPr preferRelativeResize="0"/>
              <p:nvPr/>
            </p:nvPicPr>
            <p:blipFill rotWithShape="1">
              <a:blip r:embed="rId2">
                <a:alphaModFix/>
              </a:blip>
              <a:srcRect b="53499"/>
              <a:stretch/>
            </p:blipFill>
            <p:spPr>
              <a:xfrm>
                <a:off x="155350" y="3402600"/>
                <a:ext cx="291950" cy="128124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106" name="Google Shape;106;p3"/>
            <p:cNvSpPr/>
            <p:nvPr/>
          </p:nvSpPr>
          <p:spPr>
            <a:xfrm rot="5400000">
              <a:off x="8438250" y="1016977"/>
              <a:ext cx="7146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107;p3"/>
            <p:cNvSpPr/>
            <p:nvPr/>
          </p:nvSpPr>
          <p:spPr>
            <a:xfrm rot="5400000">
              <a:off x="8447100" y="1832875"/>
              <a:ext cx="6969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08" name="Google Shape;108;p3"/>
          <p:cNvSpPr txBox="1">
            <a:spLocks noGrp="1"/>
          </p:cNvSpPr>
          <p:nvPr>
            <p:ph type="title"/>
          </p:nvPr>
        </p:nvSpPr>
        <p:spPr>
          <a:xfrm>
            <a:off x="2717600" y="3223900"/>
            <a:ext cx="6756800" cy="1221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6667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sp>
        <p:nvSpPr>
          <p:cNvPr id="109" name="Google Shape;109;p3"/>
          <p:cNvSpPr txBox="1">
            <a:spLocks noGrp="1"/>
          </p:cNvSpPr>
          <p:nvPr>
            <p:ph type="title" idx="2" hasCustomPrompt="1"/>
          </p:nvPr>
        </p:nvSpPr>
        <p:spPr>
          <a:xfrm>
            <a:off x="4994600" y="1744300"/>
            <a:ext cx="2202800" cy="1221200"/>
          </a:xfrm>
          <a:prstGeom prst="rect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10" name="Google Shape;110;p3"/>
          <p:cNvSpPr txBox="1">
            <a:spLocks noGrp="1"/>
          </p:cNvSpPr>
          <p:nvPr>
            <p:ph type="subTitle" idx="1"/>
          </p:nvPr>
        </p:nvSpPr>
        <p:spPr>
          <a:xfrm>
            <a:off x="2717600" y="4646100"/>
            <a:ext cx="6756800" cy="5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579747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2" name="Google Shape;112;p4"/>
          <p:cNvGrpSpPr/>
          <p:nvPr/>
        </p:nvGrpSpPr>
        <p:grpSpPr>
          <a:xfrm>
            <a:off x="-11600" y="5000"/>
            <a:ext cx="12215200" cy="6880400"/>
            <a:chOff x="-8700" y="3750"/>
            <a:chExt cx="9161400" cy="5160300"/>
          </a:xfrm>
        </p:grpSpPr>
        <p:grpSp>
          <p:nvGrpSpPr>
            <p:cNvPr id="113" name="Google Shape;113;p4"/>
            <p:cNvGrpSpPr/>
            <p:nvPr/>
          </p:nvGrpSpPr>
          <p:grpSpPr>
            <a:xfrm>
              <a:off x="334175" y="3750"/>
              <a:ext cx="8475647" cy="5160300"/>
              <a:chOff x="334175" y="3750"/>
              <a:chExt cx="8475647" cy="5160300"/>
            </a:xfrm>
          </p:grpSpPr>
          <p:cxnSp>
            <p:nvCxnSpPr>
              <p:cNvPr id="114" name="Google Shape;114;p4"/>
              <p:cNvCxnSpPr/>
              <p:nvPr/>
            </p:nvCxnSpPr>
            <p:spPr>
              <a:xfrm>
                <a:off x="33417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5" name="Google Shape;115;p4"/>
              <p:cNvCxnSpPr/>
              <p:nvPr/>
            </p:nvCxnSpPr>
            <p:spPr>
              <a:xfrm>
                <a:off x="68732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6" name="Google Shape;116;p4"/>
              <p:cNvCxnSpPr/>
              <p:nvPr/>
            </p:nvCxnSpPr>
            <p:spPr>
              <a:xfrm>
                <a:off x="104047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7" name="Google Shape;117;p4"/>
              <p:cNvCxnSpPr/>
              <p:nvPr/>
            </p:nvCxnSpPr>
            <p:spPr>
              <a:xfrm>
                <a:off x="139363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8" name="Google Shape;118;p4"/>
              <p:cNvCxnSpPr/>
              <p:nvPr/>
            </p:nvCxnSpPr>
            <p:spPr>
              <a:xfrm>
                <a:off x="174678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9" name="Google Shape;119;p4"/>
              <p:cNvCxnSpPr/>
              <p:nvPr/>
            </p:nvCxnSpPr>
            <p:spPr>
              <a:xfrm>
                <a:off x="209993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0" name="Google Shape;120;p4"/>
              <p:cNvCxnSpPr/>
              <p:nvPr/>
            </p:nvCxnSpPr>
            <p:spPr>
              <a:xfrm>
                <a:off x="245308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4"/>
              <p:cNvCxnSpPr/>
              <p:nvPr/>
            </p:nvCxnSpPr>
            <p:spPr>
              <a:xfrm>
                <a:off x="280623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4"/>
              <p:cNvCxnSpPr/>
              <p:nvPr/>
            </p:nvCxnSpPr>
            <p:spPr>
              <a:xfrm>
                <a:off x="315939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4"/>
              <p:cNvCxnSpPr/>
              <p:nvPr/>
            </p:nvCxnSpPr>
            <p:spPr>
              <a:xfrm>
                <a:off x="351254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4"/>
              <p:cNvCxnSpPr/>
              <p:nvPr/>
            </p:nvCxnSpPr>
            <p:spPr>
              <a:xfrm>
                <a:off x="386569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5" name="Google Shape;125;p4"/>
              <p:cNvCxnSpPr/>
              <p:nvPr/>
            </p:nvCxnSpPr>
            <p:spPr>
              <a:xfrm>
                <a:off x="421884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6" name="Google Shape;126;p4"/>
              <p:cNvCxnSpPr/>
              <p:nvPr/>
            </p:nvCxnSpPr>
            <p:spPr>
              <a:xfrm>
                <a:off x="457199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7" name="Google Shape;127;p4"/>
              <p:cNvCxnSpPr/>
              <p:nvPr/>
            </p:nvCxnSpPr>
            <p:spPr>
              <a:xfrm>
                <a:off x="492515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8" name="Google Shape;128;p4"/>
              <p:cNvCxnSpPr/>
              <p:nvPr/>
            </p:nvCxnSpPr>
            <p:spPr>
              <a:xfrm>
                <a:off x="527830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9" name="Google Shape;129;p4"/>
              <p:cNvCxnSpPr/>
              <p:nvPr/>
            </p:nvCxnSpPr>
            <p:spPr>
              <a:xfrm>
                <a:off x="563145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0" name="Google Shape;130;p4"/>
              <p:cNvCxnSpPr/>
              <p:nvPr/>
            </p:nvCxnSpPr>
            <p:spPr>
              <a:xfrm>
                <a:off x="598460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1" name="Google Shape;131;p4"/>
              <p:cNvCxnSpPr/>
              <p:nvPr/>
            </p:nvCxnSpPr>
            <p:spPr>
              <a:xfrm>
                <a:off x="633775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2" name="Google Shape;132;p4"/>
              <p:cNvCxnSpPr/>
              <p:nvPr/>
            </p:nvCxnSpPr>
            <p:spPr>
              <a:xfrm>
                <a:off x="669091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3" name="Google Shape;133;p4"/>
              <p:cNvCxnSpPr/>
              <p:nvPr/>
            </p:nvCxnSpPr>
            <p:spPr>
              <a:xfrm>
                <a:off x="704406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" name="Google Shape;134;p4"/>
              <p:cNvCxnSpPr/>
              <p:nvPr/>
            </p:nvCxnSpPr>
            <p:spPr>
              <a:xfrm>
                <a:off x="739721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" name="Google Shape;135;p4"/>
              <p:cNvCxnSpPr/>
              <p:nvPr/>
            </p:nvCxnSpPr>
            <p:spPr>
              <a:xfrm>
                <a:off x="775036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6" name="Google Shape;136;p4"/>
              <p:cNvCxnSpPr/>
              <p:nvPr/>
            </p:nvCxnSpPr>
            <p:spPr>
              <a:xfrm>
                <a:off x="810351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7" name="Google Shape;137;p4"/>
              <p:cNvCxnSpPr/>
              <p:nvPr/>
            </p:nvCxnSpPr>
            <p:spPr>
              <a:xfrm>
                <a:off x="845667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8" name="Google Shape;138;p4"/>
              <p:cNvCxnSpPr/>
              <p:nvPr/>
            </p:nvCxnSpPr>
            <p:spPr>
              <a:xfrm>
                <a:off x="880982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139" name="Google Shape;139;p4"/>
            <p:cNvCxnSpPr/>
            <p:nvPr/>
          </p:nvCxnSpPr>
          <p:spPr>
            <a:xfrm>
              <a:off x="-8700" y="2926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0" name="Google Shape;140;p4"/>
            <p:cNvCxnSpPr/>
            <p:nvPr/>
          </p:nvCxnSpPr>
          <p:spPr>
            <a:xfrm>
              <a:off x="-8700" y="7034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1" name="Google Shape;141;p4"/>
            <p:cNvCxnSpPr/>
            <p:nvPr/>
          </p:nvCxnSpPr>
          <p:spPr>
            <a:xfrm>
              <a:off x="-8700" y="10523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2" name="Google Shape;142;p4"/>
            <p:cNvCxnSpPr/>
            <p:nvPr/>
          </p:nvCxnSpPr>
          <p:spPr>
            <a:xfrm>
              <a:off x="-8700" y="14631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" name="Google Shape;143;p4"/>
            <p:cNvCxnSpPr/>
            <p:nvPr/>
          </p:nvCxnSpPr>
          <p:spPr>
            <a:xfrm>
              <a:off x="-8700" y="18345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4" name="Google Shape;144;p4"/>
            <p:cNvCxnSpPr/>
            <p:nvPr/>
          </p:nvCxnSpPr>
          <p:spPr>
            <a:xfrm>
              <a:off x="-8700" y="22453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5" name="Google Shape;145;p4"/>
            <p:cNvCxnSpPr/>
            <p:nvPr/>
          </p:nvCxnSpPr>
          <p:spPr>
            <a:xfrm>
              <a:off x="-8700" y="25942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6" name="Google Shape;146;p4"/>
            <p:cNvCxnSpPr/>
            <p:nvPr/>
          </p:nvCxnSpPr>
          <p:spPr>
            <a:xfrm>
              <a:off x="-8700" y="30050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7" name="Google Shape;147;p4"/>
            <p:cNvCxnSpPr/>
            <p:nvPr/>
          </p:nvCxnSpPr>
          <p:spPr>
            <a:xfrm>
              <a:off x="-8700" y="33764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" name="Google Shape;148;p4"/>
            <p:cNvCxnSpPr/>
            <p:nvPr/>
          </p:nvCxnSpPr>
          <p:spPr>
            <a:xfrm>
              <a:off x="-8700" y="37872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9" name="Google Shape;149;p4"/>
            <p:cNvCxnSpPr/>
            <p:nvPr/>
          </p:nvCxnSpPr>
          <p:spPr>
            <a:xfrm>
              <a:off x="-8700" y="41361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" name="Google Shape;150;p4"/>
            <p:cNvCxnSpPr/>
            <p:nvPr/>
          </p:nvCxnSpPr>
          <p:spPr>
            <a:xfrm>
              <a:off x="-8700" y="45470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1" name="Google Shape;151;p4"/>
            <p:cNvCxnSpPr/>
            <p:nvPr/>
          </p:nvCxnSpPr>
          <p:spPr>
            <a:xfrm>
              <a:off x="-8700" y="48508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52" name="Google Shape;152;p4"/>
          <p:cNvGrpSpPr/>
          <p:nvPr/>
        </p:nvGrpSpPr>
        <p:grpSpPr>
          <a:xfrm>
            <a:off x="366955" y="155451"/>
            <a:ext cx="11208224" cy="6320500"/>
            <a:chOff x="155350" y="201563"/>
            <a:chExt cx="8686750" cy="4740375"/>
          </a:xfrm>
        </p:grpSpPr>
        <p:sp>
          <p:nvSpPr>
            <p:cNvPr id="153" name="Google Shape;153;p4"/>
            <p:cNvSpPr/>
            <p:nvPr/>
          </p:nvSpPr>
          <p:spPr>
            <a:xfrm>
              <a:off x="8494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4" name="Google Shape;154;p4"/>
            <p:cNvSpPr/>
            <p:nvPr/>
          </p:nvSpPr>
          <p:spPr>
            <a:xfrm>
              <a:off x="27723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5" name="Google Shape;155;p4"/>
            <p:cNvSpPr/>
            <p:nvPr/>
          </p:nvSpPr>
          <p:spPr>
            <a:xfrm>
              <a:off x="46952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6" name="Google Shape;156;p4"/>
            <p:cNvSpPr/>
            <p:nvPr/>
          </p:nvSpPr>
          <p:spPr>
            <a:xfrm>
              <a:off x="66181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157" name="Google Shape;157;p4"/>
            <p:cNvGrpSpPr/>
            <p:nvPr/>
          </p:nvGrpSpPr>
          <p:grpSpPr>
            <a:xfrm>
              <a:off x="155350" y="382538"/>
              <a:ext cx="8686750" cy="4559400"/>
              <a:chOff x="155350" y="382538"/>
              <a:chExt cx="8686750" cy="4559400"/>
            </a:xfrm>
          </p:grpSpPr>
          <p:sp>
            <p:nvSpPr>
              <p:cNvPr id="158" name="Google Shape;158;p4"/>
              <p:cNvSpPr/>
              <p:nvPr/>
            </p:nvSpPr>
            <p:spPr>
              <a:xfrm>
                <a:off x="302000" y="382538"/>
                <a:ext cx="8540100" cy="4559400"/>
              </a:xfrm>
              <a:prstGeom prst="roundRect">
                <a:avLst>
                  <a:gd name="adj" fmla="val 2747"/>
                </a:avLst>
              </a:prstGeom>
              <a:solidFill>
                <a:schemeClr val="accent4"/>
              </a:solidFill>
              <a:ln>
                <a:noFill/>
              </a:ln>
              <a:effectLst>
                <a:outerShdw dist="57150" dir="2400000" algn="bl" rotWithShape="0">
                  <a:schemeClr val="dk1">
                    <a:alpha val="7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pic>
            <p:nvPicPr>
              <p:cNvPr id="159" name="Google Shape;159;p4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155350" y="640650"/>
                <a:ext cx="291950" cy="27553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60" name="Google Shape;160;p4"/>
              <p:cNvPicPr preferRelativeResize="0"/>
              <p:nvPr/>
            </p:nvPicPr>
            <p:blipFill rotWithShape="1">
              <a:blip r:embed="rId2">
                <a:alphaModFix/>
              </a:blip>
              <a:srcRect b="53499"/>
              <a:stretch/>
            </p:blipFill>
            <p:spPr>
              <a:xfrm>
                <a:off x="155350" y="3402600"/>
                <a:ext cx="291950" cy="128124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sp>
        <p:nvSpPr>
          <p:cNvPr id="161" name="Google Shape;161;p4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4"/>
          <p:cNvSpPr txBox="1">
            <a:spLocks noGrp="1"/>
          </p:cNvSpPr>
          <p:nvPr>
            <p:ph type="body" idx="1"/>
          </p:nvPr>
        </p:nvSpPr>
        <p:spPr>
          <a:xfrm>
            <a:off x="960000" y="1482933"/>
            <a:ext cx="10272000" cy="465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1pPr>
            <a:lvl2pPr marL="1219170" lvl="1" indent="-42332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marL="1828754" lvl="2" indent="-42332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marL="2438339" lvl="3" indent="-42332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marL="3047924" lvl="4" indent="-42332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marL="3657509" lvl="5" indent="-42332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marL="4267093" lvl="6" indent="-42332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marL="4876678" lvl="7" indent="-42332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marL="5486263" lvl="8" indent="-42332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6753380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4" name="Google Shape;164;p5"/>
          <p:cNvGrpSpPr/>
          <p:nvPr/>
        </p:nvGrpSpPr>
        <p:grpSpPr>
          <a:xfrm>
            <a:off x="-11600" y="5000"/>
            <a:ext cx="12215200" cy="6880400"/>
            <a:chOff x="-8700" y="3750"/>
            <a:chExt cx="9161400" cy="5160300"/>
          </a:xfrm>
        </p:grpSpPr>
        <p:grpSp>
          <p:nvGrpSpPr>
            <p:cNvPr id="165" name="Google Shape;165;p5"/>
            <p:cNvGrpSpPr/>
            <p:nvPr/>
          </p:nvGrpSpPr>
          <p:grpSpPr>
            <a:xfrm>
              <a:off x="334175" y="3750"/>
              <a:ext cx="8475647" cy="5160300"/>
              <a:chOff x="334175" y="3750"/>
              <a:chExt cx="8475647" cy="5160300"/>
            </a:xfrm>
          </p:grpSpPr>
          <p:cxnSp>
            <p:nvCxnSpPr>
              <p:cNvPr id="166" name="Google Shape;166;p5"/>
              <p:cNvCxnSpPr/>
              <p:nvPr/>
            </p:nvCxnSpPr>
            <p:spPr>
              <a:xfrm>
                <a:off x="33417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7" name="Google Shape;167;p5"/>
              <p:cNvCxnSpPr/>
              <p:nvPr/>
            </p:nvCxnSpPr>
            <p:spPr>
              <a:xfrm>
                <a:off x="68732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8" name="Google Shape;168;p5"/>
              <p:cNvCxnSpPr/>
              <p:nvPr/>
            </p:nvCxnSpPr>
            <p:spPr>
              <a:xfrm>
                <a:off x="104047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9" name="Google Shape;169;p5"/>
              <p:cNvCxnSpPr/>
              <p:nvPr/>
            </p:nvCxnSpPr>
            <p:spPr>
              <a:xfrm>
                <a:off x="139363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0" name="Google Shape;170;p5"/>
              <p:cNvCxnSpPr/>
              <p:nvPr/>
            </p:nvCxnSpPr>
            <p:spPr>
              <a:xfrm>
                <a:off x="174678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1" name="Google Shape;171;p5"/>
              <p:cNvCxnSpPr/>
              <p:nvPr/>
            </p:nvCxnSpPr>
            <p:spPr>
              <a:xfrm>
                <a:off x="209993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2" name="Google Shape;172;p5"/>
              <p:cNvCxnSpPr/>
              <p:nvPr/>
            </p:nvCxnSpPr>
            <p:spPr>
              <a:xfrm>
                <a:off x="245308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3" name="Google Shape;173;p5"/>
              <p:cNvCxnSpPr/>
              <p:nvPr/>
            </p:nvCxnSpPr>
            <p:spPr>
              <a:xfrm>
                <a:off x="280623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4" name="Google Shape;174;p5"/>
              <p:cNvCxnSpPr/>
              <p:nvPr/>
            </p:nvCxnSpPr>
            <p:spPr>
              <a:xfrm>
                <a:off x="315939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5" name="Google Shape;175;p5"/>
              <p:cNvCxnSpPr/>
              <p:nvPr/>
            </p:nvCxnSpPr>
            <p:spPr>
              <a:xfrm>
                <a:off x="351254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6" name="Google Shape;176;p5"/>
              <p:cNvCxnSpPr/>
              <p:nvPr/>
            </p:nvCxnSpPr>
            <p:spPr>
              <a:xfrm>
                <a:off x="386569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5"/>
              <p:cNvCxnSpPr/>
              <p:nvPr/>
            </p:nvCxnSpPr>
            <p:spPr>
              <a:xfrm>
                <a:off x="421884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8" name="Google Shape;178;p5"/>
              <p:cNvCxnSpPr/>
              <p:nvPr/>
            </p:nvCxnSpPr>
            <p:spPr>
              <a:xfrm>
                <a:off x="457199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9" name="Google Shape;179;p5"/>
              <p:cNvCxnSpPr/>
              <p:nvPr/>
            </p:nvCxnSpPr>
            <p:spPr>
              <a:xfrm>
                <a:off x="492515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0" name="Google Shape;180;p5"/>
              <p:cNvCxnSpPr/>
              <p:nvPr/>
            </p:nvCxnSpPr>
            <p:spPr>
              <a:xfrm>
                <a:off x="527830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5"/>
              <p:cNvCxnSpPr/>
              <p:nvPr/>
            </p:nvCxnSpPr>
            <p:spPr>
              <a:xfrm>
                <a:off x="563145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2" name="Google Shape;182;p5"/>
              <p:cNvCxnSpPr/>
              <p:nvPr/>
            </p:nvCxnSpPr>
            <p:spPr>
              <a:xfrm>
                <a:off x="598460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3" name="Google Shape;183;p5"/>
              <p:cNvCxnSpPr/>
              <p:nvPr/>
            </p:nvCxnSpPr>
            <p:spPr>
              <a:xfrm>
                <a:off x="633775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4" name="Google Shape;184;p5"/>
              <p:cNvCxnSpPr/>
              <p:nvPr/>
            </p:nvCxnSpPr>
            <p:spPr>
              <a:xfrm>
                <a:off x="669091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5"/>
              <p:cNvCxnSpPr/>
              <p:nvPr/>
            </p:nvCxnSpPr>
            <p:spPr>
              <a:xfrm>
                <a:off x="704406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5"/>
              <p:cNvCxnSpPr/>
              <p:nvPr/>
            </p:nvCxnSpPr>
            <p:spPr>
              <a:xfrm>
                <a:off x="739721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5"/>
              <p:cNvCxnSpPr/>
              <p:nvPr/>
            </p:nvCxnSpPr>
            <p:spPr>
              <a:xfrm>
                <a:off x="775036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5"/>
              <p:cNvCxnSpPr/>
              <p:nvPr/>
            </p:nvCxnSpPr>
            <p:spPr>
              <a:xfrm>
                <a:off x="810351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5"/>
              <p:cNvCxnSpPr/>
              <p:nvPr/>
            </p:nvCxnSpPr>
            <p:spPr>
              <a:xfrm>
                <a:off x="845667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5"/>
              <p:cNvCxnSpPr/>
              <p:nvPr/>
            </p:nvCxnSpPr>
            <p:spPr>
              <a:xfrm>
                <a:off x="880982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191" name="Google Shape;191;p5"/>
            <p:cNvCxnSpPr/>
            <p:nvPr/>
          </p:nvCxnSpPr>
          <p:spPr>
            <a:xfrm>
              <a:off x="-8700" y="2926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2" name="Google Shape;192;p5"/>
            <p:cNvCxnSpPr/>
            <p:nvPr/>
          </p:nvCxnSpPr>
          <p:spPr>
            <a:xfrm>
              <a:off x="-8700" y="7034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3" name="Google Shape;193;p5"/>
            <p:cNvCxnSpPr/>
            <p:nvPr/>
          </p:nvCxnSpPr>
          <p:spPr>
            <a:xfrm>
              <a:off x="-8700" y="10523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4" name="Google Shape;194;p5"/>
            <p:cNvCxnSpPr/>
            <p:nvPr/>
          </p:nvCxnSpPr>
          <p:spPr>
            <a:xfrm>
              <a:off x="-8700" y="14631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5" name="Google Shape;195;p5"/>
            <p:cNvCxnSpPr/>
            <p:nvPr/>
          </p:nvCxnSpPr>
          <p:spPr>
            <a:xfrm>
              <a:off x="-8700" y="18345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6" name="Google Shape;196;p5"/>
            <p:cNvCxnSpPr/>
            <p:nvPr/>
          </p:nvCxnSpPr>
          <p:spPr>
            <a:xfrm>
              <a:off x="-8700" y="22453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7" name="Google Shape;197;p5"/>
            <p:cNvCxnSpPr/>
            <p:nvPr/>
          </p:nvCxnSpPr>
          <p:spPr>
            <a:xfrm>
              <a:off x="-8700" y="25942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8" name="Google Shape;198;p5"/>
            <p:cNvCxnSpPr/>
            <p:nvPr/>
          </p:nvCxnSpPr>
          <p:spPr>
            <a:xfrm>
              <a:off x="-8700" y="30050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9" name="Google Shape;199;p5"/>
            <p:cNvCxnSpPr/>
            <p:nvPr/>
          </p:nvCxnSpPr>
          <p:spPr>
            <a:xfrm>
              <a:off x="-8700" y="33764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00" name="Google Shape;200;p5"/>
            <p:cNvCxnSpPr/>
            <p:nvPr/>
          </p:nvCxnSpPr>
          <p:spPr>
            <a:xfrm>
              <a:off x="-8700" y="37872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01" name="Google Shape;201;p5"/>
            <p:cNvCxnSpPr/>
            <p:nvPr/>
          </p:nvCxnSpPr>
          <p:spPr>
            <a:xfrm>
              <a:off x="-8700" y="41361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02" name="Google Shape;202;p5"/>
            <p:cNvCxnSpPr/>
            <p:nvPr/>
          </p:nvCxnSpPr>
          <p:spPr>
            <a:xfrm>
              <a:off x="-8700" y="45470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03" name="Google Shape;203;p5"/>
            <p:cNvCxnSpPr/>
            <p:nvPr/>
          </p:nvCxnSpPr>
          <p:spPr>
            <a:xfrm>
              <a:off x="-8700" y="48508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04" name="Google Shape;204;p5"/>
          <p:cNvGrpSpPr/>
          <p:nvPr/>
        </p:nvGrpSpPr>
        <p:grpSpPr>
          <a:xfrm>
            <a:off x="366955" y="405600"/>
            <a:ext cx="11512845" cy="6079200"/>
            <a:chOff x="275216" y="304200"/>
            <a:chExt cx="8634634" cy="4559400"/>
          </a:xfrm>
        </p:grpSpPr>
        <p:grpSp>
          <p:nvGrpSpPr>
            <p:cNvPr id="205" name="Google Shape;205;p5"/>
            <p:cNvGrpSpPr/>
            <p:nvPr/>
          </p:nvGrpSpPr>
          <p:grpSpPr>
            <a:xfrm>
              <a:off x="275216" y="304200"/>
              <a:ext cx="8406168" cy="4559400"/>
              <a:chOff x="155350" y="382538"/>
              <a:chExt cx="8686750" cy="4559400"/>
            </a:xfrm>
          </p:grpSpPr>
          <p:sp>
            <p:nvSpPr>
              <p:cNvPr id="206" name="Google Shape;206;p5"/>
              <p:cNvSpPr/>
              <p:nvPr/>
            </p:nvSpPr>
            <p:spPr>
              <a:xfrm>
                <a:off x="302000" y="382538"/>
                <a:ext cx="8540100" cy="4559400"/>
              </a:xfrm>
              <a:prstGeom prst="roundRect">
                <a:avLst>
                  <a:gd name="adj" fmla="val 2747"/>
                </a:avLst>
              </a:prstGeom>
              <a:solidFill>
                <a:schemeClr val="accent4"/>
              </a:solidFill>
              <a:ln>
                <a:noFill/>
              </a:ln>
              <a:effectLst>
                <a:outerShdw dist="57150" dir="2400000" algn="bl" rotWithShape="0">
                  <a:schemeClr val="dk1">
                    <a:alpha val="7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pic>
            <p:nvPicPr>
              <p:cNvPr id="207" name="Google Shape;207;p5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155350" y="640650"/>
                <a:ext cx="291950" cy="27553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08" name="Google Shape;208;p5"/>
              <p:cNvPicPr preferRelativeResize="0"/>
              <p:nvPr/>
            </p:nvPicPr>
            <p:blipFill rotWithShape="1">
              <a:blip r:embed="rId2">
                <a:alphaModFix/>
              </a:blip>
              <a:srcRect b="53499"/>
              <a:stretch/>
            </p:blipFill>
            <p:spPr>
              <a:xfrm>
                <a:off x="155350" y="3402600"/>
                <a:ext cx="291950" cy="128124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209" name="Google Shape;209;p5"/>
            <p:cNvSpPr/>
            <p:nvPr/>
          </p:nvSpPr>
          <p:spPr>
            <a:xfrm rot="5400000">
              <a:off x="8438250" y="1016977"/>
              <a:ext cx="7146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210" name="Google Shape;210;p5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211" name="Google Shape;211;p5"/>
          <p:cNvSpPr txBox="1">
            <a:spLocks noGrp="1"/>
          </p:cNvSpPr>
          <p:nvPr>
            <p:ph type="subTitle" idx="1"/>
          </p:nvPr>
        </p:nvSpPr>
        <p:spPr>
          <a:xfrm>
            <a:off x="6461012" y="4874665"/>
            <a:ext cx="334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212" name="Google Shape;212;p5"/>
          <p:cNvSpPr txBox="1">
            <a:spLocks noGrp="1"/>
          </p:cNvSpPr>
          <p:nvPr>
            <p:ph type="subTitle" idx="2"/>
          </p:nvPr>
        </p:nvSpPr>
        <p:spPr>
          <a:xfrm>
            <a:off x="2390500" y="4874665"/>
            <a:ext cx="334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213" name="Google Shape;213;p5"/>
          <p:cNvSpPr txBox="1">
            <a:spLocks noGrp="1"/>
          </p:cNvSpPr>
          <p:nvPr>
            <p:ph type="subTitle" idx="3"/>
          </p:nvPr>
        </p:nvSpPr>
        <p:spPr>
          <a:xfrm>
            <a:off x="6461000" y="4315767"/>
            <a:ext cx="3340800" cy="7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2667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9pPr>
          </a:lstStyle>
          <a:p>
            <a:endParaRPr/>
          </a:p>
        </p:txBody>
      </p:sp>
      <p:sp>
        <p:nvSpPr>
          <p:cNvPr id="214" name="Google Shape;214;p5"/>
          <p:cNvSpPr txBox="1">
            <a:spLocks noGrp="1"/>
          </p:cNvSpPr>
          <p:nvPr>
            <p:ph type="subTitle" idx="4"/>
          </p:nvPr>
        </p:nvSpPr>
        <p:spPr>
          <a:xfrm>
            <a:off x="2390200" y="4315767"/>
            <a:ext cx="3340800" cy="7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2667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9pPr>
          </a:lstStyle>
          <a:p>
            <a:endParaRPr/>
          </a:p>
        </p:txBody>
      </p:sp>
      <p:sp>
        <p:nvSpPr>
          <p:cNvPr id="215" name="Google Shape;215;p5"/>
          <p:cNvSpPr/>
          <p:nvPr/>
        </p:nvSpPr>
        <p:spPr>
          <a:xfrm rot="5400000">
            <a:off x="11251000" y="2528936"/>
            <a:ext cx="952800" cy="3048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17812439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7" name="Google Shape;217;p6"/>
          <p:cNvGrpSpPr/>
          <p:nvPr/>
        </p:nvGrpSpPr>
        <p:grpSpPr>
          <a:xfrm>
            <a:off x="-11600" y="5000"/>
            <a:ext cx="12215200" cy="6880400"/>
            <a:chOff x="-8700" y="3750"/>
            <a:chExt cx="9161400" cy="5160300"/>
          </a:xfrm>
        </p:grpSpPr>
        <p:grpSp>
          <p:nvGrpSpPr>
            <p:cNvPr id="218" name="Google Shape;218;p6"/>
            <p:cNvGrpSpPr/>
            <p:nvPr/>
          </p:nvGrpSpPr>
          <p:grpSpPr>
            <a:xfrm>
              <a:off x="334175" y="3750"/>
              <a:ext cx="8475647" cy="5160300"/>
              <a:chOff x="334175" y="3750"/>
              <a:chExt cx="8475647" cy="5160300"/>
            </a:xfrm>
          </p:grpSpPr>
          <p:cxnSp>
            <p:nvCxnSpPr>
              <p:cNvPr id="219" name="Google Shape;219;p6"/>
              <p:cNvCxnSpPr/>
              <p:nvPr/>
            </p:nvCxnSpPr>
            <p:spPr>
              <a:xfrm>
                <a:off x="33417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0" name="Google Shape;220;p6"/>
              <p:cNvCxnSpPr/>
              <p:nvPr/>
            </p:nvCxnSpPr>
            <p:spPr>
              <a:xfrm>
                <a:off x="68732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6"/>
              <p:cNvCxnSpPr/>
              <p:nvPr/>
            </p:nvCxnSpPr>
            <p:spPr>
              <a:xfrm>
                <a:off x="104047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2" name="Google Shape;222;p6"/>
              <p:cNvCxnSpPr/>
              <p:nvPr/>
            </p:nvCxnSpPr>
            <p:spPr>
              <a:xfrm>
                <a:off x="139363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3" name="Google Shape;223;p6"/>
              <p:cNvCxnSpPr/>
              <p:nvPr/>
            </p:nvCxnSpPr>
            <p:spPr>
              <a:xfrm>
                <a:off x="174678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4" name="Google Shape;224;p6"/>
              <p:cNvCxnSpPr/>
              <p:nvPr/>
            </p:nvCxnSpPr>
            <p:spPr>
              <a:xfrm>
                <a:off x="209993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6"/>
              <p:cNvCxnSpPr/>
              <p:nvPr/>
            </p:nvCxnSpPr>
            <p:spPr>
              <a:xfrm>
                <a:off x="245308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6"/>
              <p:cNvCxnSpPr/>
              <p:nvPr/>
            </p:nvCxnSpPr>
            <p:spPr>
              <a:xfrm>
                <a:off x="280623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6"/>
              <p:cNvCxnSpPr/>
              <p:nvPr/>
            </p:nvCxnSpPr>
            <p:spPr>
              <a:xfrm>
                <a:off x="315939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6"/>
              <p:cNvCxnSpPr/>
              <p:nvPr/>
            </p:nvCxnSpPr>
            <p:spPr>
              <a:xfrm>
                <a:off x="351254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6"/>
              <p:cNvCxnSpPr/>
              <p:nvPr/>
            </p:nvCxnSpPr>
            <p:spPr>
              <a:xfrm>
                <a:off x="386569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6"/>
              <p:cNvCxnSpPr/>
              <p:nvPr/>
            </p:nvCxnSpPr>
            <p:spPr>
              <a:xfrm>
                <a:off x="421884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6"/>
              <p:cNvCxnSpPr/>
              <p:nvPr/>
            </p:nvCxnSpPr>
            <p:spPr>
              <a:xfrm>
                <a:off x="457199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6"/>
              <p:cNvCxnSpPr/>
              <p:nvPr/>
            </p:nvCxnSpPr>
            <p:spPr>
              <a:xfrm>
                <a:off x="492515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6"/>
              <p:cNvCxnSpPr/>
              <p:nvPr/>
            </p:nvCxnSpPr>
            <p:spPr>
              <a:xfrm>
                <a:off x="527830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4" name="Google Shape;234;p6"/>
              <p:cNvCxnSpPr/>
              <p:nvPr/>
            </p:nvCxnSpPr>
            <p:spPr>
              <a:xfrm>
                <a:off x="563145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5" name="Google Shape;235;p6"/>
              <p:cNvCxnSpPr/>
              <p:nvPr/>
            </p:nvCxnSpPr>
            <p:spPr>
              <a:xfrm>
                <a:off x="598460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6" name="Google Shape;236;p6"/>
              <p:cNvCxnSpPr/>
              <p:nvPr/>
            </p:nvCxnSpPr>
            <p:spPr>
              <a:xfrm>
                <a:off x="633775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7" name="Google Shape;237;p6"/>
              <p:cNvCxnSpPr/>
              <p:nvPr/>
            </p:nvCxnSpPr>
            <p:spPr>
              <a:xfrm>
                <a:off x="669091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8" name="Google Shape;238;p6"/>
              <p:cNvCxnSpPr/>
              <p:nvPr/>
            </p:nvCxnSpPr>
            <p:spPr>
              <a:xfrm>
                <a:off x="704406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9" name="Google Shape;239;p6"/>
              <p:cNvCxnSpPr/>
              <p:nvPr/>
            </p:nvCxnSpPr>
            <p:spPr>
              <a:xfrm>
                <a:off x="739721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40" name="Google Shape;240;p6"/>
              <p:cNvCxnSpPr/>
              <p:nvPr/>
            </p:nvCxnSpPr>
            <p:spPr>
              <a:xfrm>
                <a:off x="775036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41" name="Google Shape;241;p6"/>
              <p:cNvCxnSpPr/>
              <p:nvPr/>
            </p:nvCxnSpPr>
            <p:spPr>
              <a:xfrm>
                <a:off x="810351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42" name="Google Shape;242;p6"/>
              <p:cNvCxnSpPr/>
              <p:nvPr/>
            </p:nvCxnSpPr>
            <p:spPr>
              <a:xfrm>
                <a:off x="845667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43" name="Google Shape;243;p6"/>
              <p:cNvCxnSpPr/>
              <p:nvPr/>
            </p:nvCxnSpPr>
            <p:spPr>
              <a:xfrm>
                <a:off x="880982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244" name="Google Shape;244;p6"/>
            <p:cNvCxnSpPr/>
            <p:nvPr/>
          </p:nvCxnSpPr>
          <p:spPr>
            <a:xfrm>
              <a:off x="-8700" y="2926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45" name="Google Shape;245;p6"/>
            <p:cNvCxnSpPr/>
            <p:nvPr/>
          </p:nvCxnSpPr>
          <p:spPr>
            <a:xfrm>
              <a:off x="-8700" y="7034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46" name="Google Shape;246;p6"/>
            <p:cNvCxnSpPr/>
            <p:nvPr/>
          </p:nvCxnSpPr>
          <p:spPr>
            <a:xfrm>
              <a:off x="-8700" y="10523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47" name="Google Shape;247;p6"/>
            <p:cNvCxnSpPr/>
            <p:nvPr/>
          </p:nvCxnSpPr>
          <p:spPr>
            <a:xfrm>
              <a:off x="-8700" y="14631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48" name="Google Shape;248;p6"/>
            <p:cNvCxnSpPr/>
            <p:nvPr/>
          </p:nvCxnSpPr>
          <p:spPr>
            <a:xfrm>
              <a:off x="-8700" y="18345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49" name="Google Shape;249;p6"/>
            <p:cNvCxnSpPr/>
            <p:nvPr/>
          </p:nvCxnSpPr>
          <p:spPr>
            <a:xfrm>
              <a:off x="-8700" y="22453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50" name="Google Shape;250;p6"/>
            <p:cNvCxnSpPr/>
            <p:nvPr/>
          </p:nvCxnSpPr>
          <p:spPr>
            <a:xfrm>
              <a:off x="-8700" y="25942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51" name="Google Shape;251;p6"/>
            <p:cNvCxnSpPr/>
            <p:nvPr/>
          </p:nvCxnSpPr>
          <p:spPr>
            <a:xfrm>
              <a:off x="-8700" y="30050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52" name="Google Shape;252;p6"/>
            <p:cNvCxnSpPr/>
            <p:nvPr/>
          </p:nvCxnSpPr>
          <p:spPr>
            <a:xfrm>
              <a:off x="-8700" y="33764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53" name="Google Shape;253;p6"/>
            <p:cNvCxnSpPr/>
            <p:nvPr/>
          </p:nvCxnSpPr>
          <p:spPr>
            <a:xfrm>
              <a:off x="-8700" y="37872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54" name="Google Shape;254;p6"/>
            <p:cNvCxnSpPr/>
            <p:nvPr/>
          </p:nvCxnSpPr>
          <p:spPr>
            <a:xfrm>
              <a:off x="-8700" y="41361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55" name="Google Shape;255;p6"/>
            <p:cNvCxnSpPr/>
            <p:nvPr/>
          </p:nvCxnSpPr>
          <p:spPr>
            <a:xfrm>
              <a:off x="-8700" y="45470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56" name="Google Shape;256;p6"/>
            <p:cNvCxnSpPr/>
            <p:nvPr/>
          </p:nvCxnSpPr>
          <p:spPr>
            <a:xfrm>
              <a:off x="-8700" y="48508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57" name="Google Shape;257;p6"/>
          <p:cNvGrpSpPr/>
          <p:nvPr/>
        </p:nvGrpSpPr>
        <p:grpSpPr>
          <a:xfrm>
            <a:off x="366955" y="155451"/>
            <a:ext cx="11208224" cy="6320500"/>
            <a:chOff x="155350" y="201563"/>
            <a:chExt cx="8686750" cy="4740375"/>
          </a:xfrm>
        </p:grpSpPr>
        <p:sp>
          <p:nvSpPr>
            <p:cNvPr id="258" name="Google Shape;258;p6"/>
            <p:cNvSpPr/>
            <p:nvPr/>
          </p:nvSpPr>
          <p:spPr>
            <a:xfrm>
              <a:off x="66181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259" name="Google Shape;259;p6"/>
            <p:cNvGrpSpPr/>
            <p:nvPr/>
          </p:nvGrpSpPr>
          <p:grpSpPr>
            <a:xfrm>
              <a:off x="155350" y="382538"/>
              <a:ext cx="8686750" cy="4559400"/>
              <a:chOff x="155350" y="382538"/>
              <a:chExt cx="8686750" cy="4559400"/>
            </a:xfrm>
          </p:grpSpPr>
          <p:sp>
            <p:nvSpPr>
              <p:cNvPr id="260" name="Google Shape;260;p6"/>
              <p:cNvSpPr/>
              <p:nvPr/>
            </p:nvSpPr>
            <p:spPr>
              <a:xfrm>
                <a:off x="302000" y="382538"/>
                <a:ext cx="8540100" cy="4559400"/>
              </a:xfrm>
              <a:prstGeom prst="roundRect">
                <a:avLst>
                  <a:gd name="adj" fmla="val 2747"/>
                </a:avLst>
              </a:prstGeom>
              <a:solidFill>
                <a:schemeClr val="accent4"/>
              </a:solidFill>
              <a:ln>
                <a:noFill/>
              </a:ln>
              <a:effectLst>
                <a:outerShdw dist="57150" dir="2400000" algn="bl" rotWithShape="0">
                  <a:schemeClr val="dk1">
                    <a:alpha val="7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pic>
            <p:nvPicPr>
              <p:cNvPr id="261" name="Google Shape;261;p6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155350" y="640650"/>
                <a:ext cx="291950" cy="27553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62" name="Google Shape;262;p6"/>
              <p:cNvPicPr preferRelativeResize="0"/>
              <p:nvPr/>
            </p:nvPicPr>
            <p:blipFill rotWithShape="1">
              <a:blip r:embed="rId2">
                <a:alphaModFix/>
              </a:blip>
              <a:srcRect b="53499"/>
              <a:stretch/>
            </p:blipFill>
            <p:spPr>
              <a:xfrm>
                <a:off x="155350" y="3402600"/>
                <a:ext cx="291950" cy="128124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sp>
        <p:nvSpPr>
          <p:cNvPr id="263" name="Google Shape;263;p6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713415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5" name="Google Shape;265;p7"/>
          <p:cNvGrpSpPr/>
          <p:nvPr/>
        </p:nvGrpSpPr>
        <p:grpSpPr>
          <a:xfrm>
            <a:off x="-11600" y="5000"/>
            <a:ext cx="12215200" cy="6880400"/>
            <a:chOff x="-8700" y="3750"/>
            <a:chExt cx="9161400" cy="5160300"/>
          </a:xfrm>
        </p:grpSpPr>
        <p:grpSp>
          <p:nvGrpSpPr>
            <p:cNvPr id="266" name="Google Shape;266;p7"/>
            <p:cNvGrpSpPr/>
            <p:nvPr/>
          </p:nvGrpSpPr>
          <p:grpSpPr>
            <a:xfrm>
              <a:off x="334175" y="3750"/>
              <a:ext cx="8475647" cy="5160300"/>
              <a:chOff x="334175" y="3750"/>
              <a:chExt cx="8475647" cy="5160300"/>
            </a:xfrm>
          </p:grpSpPr>
          <p:cxnSp>
            <p:nvCxnSpPr>
              <p:cNvPr id="267" name="Google Shape;267;p7"/>
              <p:cNvCxnSpPr/>
              <p:nvPr/>
            </p:nvCxnSpPr>
            <p:spPr>
              <a:xfrm>
                <a:off x="33417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8" name="Google Shape;268;p7"/>
              <p:cNvCxnSpPr/>
              <p:nvPr/>
            </p:nvCxnSpPr>
            <p:spPr>
              <a:xfrm>
                <a:off x="68732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9" name="Google Shape;269;p7"/>
              <p:cNvCxnSpPr/>
              <p:nvPr/>
            </p:nvCxnSpPr>
            <p:spPr>
              <a:xfrm>
                <a:off x="104047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70" name="Google Shape;270;p7"/>
              <p:cNvCxnSpPr/>
              <p:nvPr/>
            </p:nvCxnSpPr>
            <p:spPr>
              <a:xfrm>
                <a:off x="139363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71" name="Google Shape;271;p7"/>
              <p:cNvCxnSpPr/>
              <p:nvPr/>
            </p:nvCxnSpPr>
            <p:spPr>
              <a:xfrm>
                <a:off x="174678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72" name="Google Shape;272;p7"/>
              <p:cNvCxnSpPr/>
              <p:nvPr/>
            </p:nvCxnSpPr>
            <p:spPr>
              <a:xfrm>
                <a:off x="209993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73" name="Google Shape;273;p7"/>
              <p:cNvCxnSpPr/>
              <p:nvPr/>
            </p:nvCxnSpPr>
            <p:spPr>
              <a:xfrm>
                <a:off x="245308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74" name="Google Shape;274;p7"/>
              <p:cNvCxnSpPr/>
              <p:nvPr/>
            </p:nvCxnSpPr>
            <p:spPr>
              <a:xfrm>
                <a:off x="280623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75" name="Google Shape;275;p7"/>
              <p:cNvCxnSpPr/>
              <p:nvPr/>
            </p:nvCxnSpPr>
            <p:spPr>
              <a:xfrm>
                <a:off x="315939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76" name="Google Shape;276;p7"/>
              <p:cNvCxnSpPr/>
              <p:nvPr/>
            </p:nvCxnSpPr>
            <p:spPr>
              <a:xfrm>
                <a:off x="351254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77" name="Google Shape;277;p7"/>
              <p:cNvCxnSpPr/>
              <p:nvPr/>
            </p:nvCxnSpPr>
            <p:spPr>
              <a:xfrm>
                <a:off x="386569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78" name="Google Shape;278;p7"/>
              <p:cNvCxnSpPr/>
              <p:nvPr/>
            </p:nvCxnSpPr>
            <p:spPr>
              <a:xfrm>
                <a:off x="421884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79" name="Google Shape;279;p7"/>
              <p:cNvCxnSpPr/>
              <p:nvPr/>
            </p:nvCxnSpPr>
            <p:spPr>
              <a:xfrm>
                <a:off x="457199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0" name="Google Shape;280;p7"/>
              <p:cNvCxnSpPr/>
              <p:nvPr/>
            </p:nvCxnSpPr>
            <p:spPr>
              <a:xfrm>
                <a:off x="492515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1" name="Google Shape;281;p7"/>
              <p:cNvCxnSpPr/>
              <p:nvPr/>
            </p:nvCxnSpPr>
            <p:spPr>
              <a:xfrm>
                <a:off x="527830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2" name="Google Shape;282;p7"/>
              <p:cNvCxnSpPr/>
              <p:nvPr/>
            </p:nvCxnSpPr>
            <p:spPr>
              <a:xfrm>
                <a:off x="563145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3" name="Google Shape;283;p7"/>
              <p:cNvCxnSpPr/>
              <p:nvPr/>
            </p:nvCxnSpPr>
            <p:spPr>
              <a:xfrm>
                <a:off x="598460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4" name="Google Shape;284;p7"/>
              <p:cNvCxnSpPr/>
              <p:nvPr/>
            </p:nvCxnSpPr>
            <p:spPr>
              <a:xfrm>
                <a:off x="633775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5" name="Google Shape;285;p7"/>
              <p:cNvCxnSpPr/>
              <p:nvPr/>
            </p:nvCxnSpPr>
            <p:spPr>
              <a:xfrm>
                <a:off x="669091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6" name="Google Shape;286;p7"/>
              <p:cNvCxnSpPr/>
              <p:nvPr/>
            </p:nvCxnSpPr>
            <p:spPr>
              <a:xfrm>
                <a:off x="704406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7" name="Google Shape;287;p7"/>
              <p:cNvCxnSpPr/>
              <p:nvPr/>
            </p:nvCxnSpPr>
            <p:spPr>
              <a:xfrm>
                <a:off x="739721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8" name="Google Shape;288;p7"/>
              <p:cNvCxnSpPr/>
              <p:nvPr/>
            </p:nvCxnSpPr>
            <p:spPr>
              <a:xfrm>
                <a:off x="775036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9" name="Google Shape;289;p7"/>
              <p:cNvCxnSpPr/>
              <p:nvPr/>
            </p:nvCxnSpPr>
            <p:spPr>
              <a:xfrm>
                <a:off x="810351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0" name="Google Shape;290;p7"/>
              <p:cNvCxnSpPr/>
              <p:nvPr/>
            </p:nvCxnSpPr>
            <p:spPr>
              <a:xfrm>
                <a:off x="845667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1" name="Google Shape;291;p7"/>
              <p:cNvCxnSpPr/>
              <p:nvPr/>
            </p:nvCxnSpPr>
            <p:spPr>
              <a:xfrm>
                <a:off x="880982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292" name="Google Shape;292;p7"/>
            <p:cNvCxnSpPr/>
            <p:nvPr/>
          </p:nvCxnSpPr>
          <p:spPr>
            <a:xfrm>
              <a:off x="-8700" y="2926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3" name="Google Shape;293;p7"/>
            <p:cNvCxnSpPr/>
            <p:nvPr/>
          </p:nvCxnSpPr>
          <p:spPr>
            <a:xfrm>
              <a:off x="-8700" y="7034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4" name="Google Shape;294;p7"/>
            <p:cNvCxnSpPr/>
            <p:nvPr/>
          </p:nvCxnSpPr>
          <p:spPr>
            <a:xfrm>
              <a:off x="-8700" y="10523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5" name="Google Shape;295;p7"/>
            <p:cNvCxnSpPr/>
            <p:nvPr/>
          </p:nvCxnSpPr>
          <p:spPr>
            <a:xfrm>
              <a:off x="-8700" y="14631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6" name="Google Shape;296;p7"/>
            <p:cNvCxnSpPr/>
            <p:nvPr/>
          </p:nvCxnSpPr>
          <p:spPr>
            <a:xfrm>
              <a:off x="-8700" y="18345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7" name="Google Shape;297;p7"/>
            <p:cNvCxnSpPr/>
            <p:nvPr/>
          </p:nvCxnSpPr>
          <p:spPr>
            <a:xfrm>
              <a:off x="-8700" y="22453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8" name="Google Shape;298;p7"/>
            <p:cNvCxnSpPr/>
            <p:nvPr/>
          </p:nvCxnSpPr>
          <p:spPr>
            <a:xfrm>
              <a:off x="-8700" y="25942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9" name="Google Shape;299;p7"/>
            <p:cNvCxnSpPr/>
            <p:nvPr/>
          </p:nvCxnSpPr>
          <p:spPr>
            <a:xfrm>
              <a:off x="-8700" y="30050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0" name="Google Shape;300;p7"/>
            <p:cNvCxnSpPr/>
            <p:nvPr/>
          </p:nvCxnSpPr>
          <p:spPr>
            <a:xfrm>
              <a:off x="-8700" y="33764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1" name="Google Shape;301;p7"/>
            <p:cNvCxnSpPr/>
            <p:nvPr/>
          </p:nvCxnSpPr>
          <p:spPr>
            <a:xfrm>
              <a:off x="-8700" y="37872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2" name="Google Shape;302;p7"/>
            <p:cNvCxnSpPr/>
            <p:nvPr/>
          </p:nvCxnSpPr>
          <p:spPr>
            <a:xfrm>
              <a:off x="-8700" y="41361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3" name="Google Shape;303;p7"/>
            <p:cNvCxnSpPr/>
            <p:nvPr/>
          </p:nvCxnSpPr>
          <p:spPr>
            <a:xfrm>
              <a:off x="-8700" y="45470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4" name="Google Shape;304;p7"/>
            <p:cNvCxnSpPr/>
            <p:nvPr/>
          </p:nvCxnSpPr>
          <p:spPr>
            <a:xfrm>
              <a:off x="-8700" y="48508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05" name="Google Shape;305;p7"/>
          <p:cNvGrpSpPr/>
          <p:nvPr/>
        </p:nvGrpSpPr>
        <p:grpSpPr>
          <a:xfrm>
            <a:off x="570155" y="172051"/>
            <a:ext cx="11208224" cy="6320500"/>
            <a:chOff x="155350" y="201563"/>
            <a:chExt cx="8686750" cy="4740375"/>
          </a:xfrm>
        </p:grpSpPr>
        <p:sp>
          <p:nvSpPr>
            <p:cNvPr id="306" name="Google Shape;306;p7"/>
            <p:cNvSpPr/>
            <p:nvPr/>
          </p:nvSpPr>
          <p:spPr>
            <a:xfrm>
              <a:off x="8494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07" name="Google Shape;307;p7"/>
            <p:cNvSpPr/>
            <p:nvPr/>
          </p:nvSpPr>
          <p:spPr>
            <a:xfrm>
              <a:off x="27723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08" name="Google Shape;308;p7"/>
            <p:cNvSpPr/>
            <p:nvPr/>
          </p:nvSpPr>
          <p:spPr>
            <a:xfrm>
              <a:off x="46952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09" name="Google Shape;309;p7"/>
            <p:cNvSpPr/>
            <p:nvPr/>
          </p:nvSpPr>
          <p:spPr>
            <a:xfrm>
              <a:off x="66181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310" name="Google Shape;310;p7"/>
            <p:cNvGrpSpPr/>
            <p:nvPr/>
          </p:nvGrpSpPr>
          <p:grpSpPr>
            <a:xfrm>
              <a:off x="155350" y="382538"/>
              <a:ext cx="8686750" cy="4559400"/>
              <a:chOff x="155350" y="382538"/>
              <a:chExt cx="8686750" cy="4559400"/>
            </a:xfrm>
          </p:grpSpPr>
          <p:sp>
            <p:nvSpPr>
              <p:cNvPr id="311" name="Google Shape;311;p7"/>
              <p:cNvSpPr/>
              <p:nvPr/>
            </p:nvSpPr>
            <p:spPr>
              <a:xfrm>
                <a:off x="302000" y="382538"/>
                <a:ext cx="8540100" cy="4559400"/>
              </a:xfrm>
              <a:prstGeom prst="roundRect">
                <a:avLst>
                  <a:gd name="adj" fmla="val 2747"/>
                </a:avLst>
              </a:prstGeom>
              <a:solidFill>
                <a:schemeClr val="accent4"/>
              </a:solidFill>
              <a:ln>
                <a:noFill/>
              </a:ln>
              <a:effectLst>
                <a:outerShdw dist="57150" dir="2400000" algn="bl" rotWithShape="0">
                  <a:schemeClr val="dk1">
                    <a:alpha val="7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pic>
            <p:nvPicPr>
              <p:cNvPr id="312" name="Google Shape;312;p7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155350" y="640650"/>
                <a:ext cx="291950" cy="27553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313" name="Google Shape;313;p7"/>
              <p:cNvPicPr preferRelativeResize="0"/>
              <p:nvPr/>
            </p:nvPicPr>
            <p:blipFill rotWithShape="1">
              <a:blip r:embed="rId2">
                <a:alphaModFix/>
              </a:blip>
              <a:srcRect b="53499"/>
              <a:stretch/>
            </p:blipFill>
            <p:spPr>
              <a:xfrm>
                <a:off x="155350" y="3402600"/>
                <a:ext cx="291950" cy="128124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sp>
        <p:nvSpPr>
          <p:cNvPr id="314" name="Google Shape;314;p7"/>
          <p:cNvSpPr txBox="1">
            <a:spLocks noGrp="1"/>
          </p:cNvSpPr>
          <p:nvPr>
            <p:ph type="title"/>
          </p:nvPr>
        </p:nvSpPr>
        <p:spPr>
          <a:xfrm>
            <a:off x="3355000" y="1271100"/>
            <a:ext cx="5482000" cy="138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315" name="Google Shape;315;p7"/>
          <p:cNvSpPr txBox="1">
            <a:spLocks noGrp="1"/>
          </p:cNvSpPr>
          <p:nvPr>
            <p:ph type="subTitle" idx="1"/>
          </p:nvPr>
        </p:nvSpPr>
        <p:spPr>
          <a:xfrm>
            <a:off x="3355000" y="2709300"/>
            <a:ext cx="5482000" cy="287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5391718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7" name="Google Shape;317;p8"/>
          <p:cNvGrpSpPr/>
          <p:nvPr/>
        </p:nvGrpSpPr>
        <p:grpSpPr>
          <a:xfrm>
            <a:off x="-11600" y="5000"/>
            <a:ext cx="12215200" cy="6880400"/>
            <a:chOff x="-8700" y="3750"/>
            <a:chExt cx="9161400" cy="5160300"/>
          </a:xfrm>
        </p:grpSpPr>
        <p:grpSp>
          <p:nvGrpSpPr>
            <p:cNvPr id="318" name="Google Shape;318;p8"/>
            <p:cNvGrpSpPr/>
            <p:nvPr/>
          </p:nvGrpSpPr>
          <p:grpSpPr>
            <a:xfrm>
              <a:off x="334175" y="3750"/>
              <a:ext cx="8475647" cy="5160300"/>
              <a:chOff x="334175" y="3750"/>
              <a:chExt cx="8475647" cy="5160300"/>
            </a:xfrm>
          </p:grpSpPr>
          <p:cxnSp>
            <p:nvCxnSpPr>
              <p:cNvPr id="319" name="Google Shape;319;p8"/>
              <p:cNvCxnSpPr/>
              <p:nvPr/>
            </p:nvCxnSpPr>
            <p:spPr>
              <a:xfrm>
                <a:off x="33417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0" name="Google Shape;320;p8"/>
              <p:cNvCxnSpPr/>
              <p:nvPr/>
            </p:nvCxnSpPr>
            <p:spPr>
              <a:xfrm>
                <a:off x="68732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1" name="Google Shape;321;p8"/>
              <p:cNvCxnSpPr/>
              <p:nvPr/>
            </p:nvCxnSpPr>
            <p:spPr>
              <a:xfrm>
                <a:off x="104047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2" name="Google Shape;322;p8"/>
              <p:cNvCxnSpPr/>
              <p:nvPr/>
            </p:nvCxnSpPr>
            <p:spPr>
              <a:xfrm>
                <a:off x="139363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3" name="Google Shape;323;p8"/>
              <p:cNvCxnSpPr/>
              <p:nvPr/>
            </p:nvCxnSpPr>
            <p:spPr>
              <a:xfrm>
                <a:off x="174678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4" name="Google Shape;324;p8"/>
              <p:cNvCxnSpPr/>
              <p:nvPr/>
            </p:nvCxnSpPr>
            <p:spPr>
              <a:xfrm>
                <a:off x="209993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5" name="Google Shape;325;p8"/>
              <p:cNvCxnSpPr/>
              <p:nvPr/>
            </p:nvCxnSpPr>
            <p:spPr>
              <a:xfrm>
                <a:off x="245308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6" name="Google Shape;326;p8"/>
              <p:cNvCxnSpPr/>
              <p:nvPr/>
            </p:nvCxnSpPr>
            <p:spPr>
              <a:xfrm>
                <a:off x="280623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7" name="Google Shape;327;p8"/>
              <p:cNvCxnSpPr/>
              <p:nvPr/>
            </p:nvCxnSpPr>
            <p:spPr>
              <a:xfrm>
                <a:off x="315939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8" name="Google Shape;328;p8"/>
              <p:cNvCxnSpPr/>
              <p:nvPr/>
            </p:nvCxnSpPr>
            <p:spPr>
              <a:xfrm>
                <a:off x="351254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9" name="Google Shape;329;p8"/>
              <p:cNvCxnSpPr/>
              <p:nvPr/>
            </p:nvCxnSpPr>
            <p:spPr>
              <a:xfrm>
                <a:off x="386569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0" name="Google Shape;330;p8"/>
              <p:cNvCxnSpPr/>
              <p:nvPr/>
            </p:nvCxnSpPr>
            <p:spPr>
              <a:xfrm>
                <a:off x="421884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1" name="Google Shape;331;p8"/>
              <p:cNvCxnSpPr/>
              <p:nvPr/>
            </p:nvCxnSpPr>
            <p:spPr>
              <a:xfrm>
                <a:off x="457199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2" name="Google Shape;332;p8"/>
              <p:cNvCxnSpPr/>
              <p:nvPr/>
            </p:nvCxnSpPr>
            <p:spPr>
              <a:xfrm>
                <a:off x="492515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3" name="Google Shape;333;p8"/>
              <p:cNvCxnSpPr/>
              <p:nvPr/>
            </p:nvCxnSpPr>
            <p:spPr>
              <a:xfrm>
                <a:off x="527830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4" name="Google Shape;334;p8"/>
              <p:cNvCxnSpPr/>
              <p:nvPr/>
            </p:nvCxnSpPr>
            <p:spPr>
              <a:xfrm>
                <a:off x="563145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5" name="Google Shape;335;p8"/>
              <p:cNvCxnSpPr/>
              <p:nvPr/>
            </p:nvCxnSpPr>
            <p:spPr>
              <a:xfrm>
                <a:off x="598460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6" name="Google Shape;336;p8"/>
              <p:cNvCxnSpPr/>
              <p:nvPr/>
            </p:nvCxnSpPr>
            <p:spPr>
              <a:xfrm>
                <a:off x="633775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7" name="Google Shape;337;p8"/>
              <p:cNvCxnSpPr/>
              <p:nvPr/>
            </p:nvCxnSpPr>
            <p:spPr>
              <a:xfrm>
                <a:off x="669091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8" name="Google Shape;338;p8"/>
              <p:cNvCxnSpPr/>
              <p:nvPr/>
            </p:nvCxnSpPr>
            <p:spPr>
              <a:xfrm>
                <a:off x="704406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9" name="Google Shape;339;p8"/>
              <p:cNvCxnSpPr/>
              <p:nvPr/>
            </p:nvCxnSpPr>
            <p:spPr>
              <a:xfrm>
                <a:off x="739721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0" name="Google Shape;340;p8"/>
              <p:cNvCxnSpPr/>
              <p:nvPr/>
            </p:nvCxnSpPr>
            <p:spPr>
              <a:xfrm>
                <a:off x="775036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1" name="Google Shape;341;p8"/>
              <p:cNvCxnSpPr/>
              <p:nvPr/>
            </p:nvCxnSpPr>
            <p:spPr>
              <a:xfrm>
                <a:off x="810351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2" name="Google Shape;342;p8"/>
              <p:cNvCxnSpPr/>
              <p:nvPr/>
            </p:nvCxnSpPr>
            <p:spPr>
              <a:xfrm>
                <a:off x="845667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3" name="Google Shape;343;p8"/>
              <p:cNvCxnSpPr/>
              <p:nvPr/>
            </p:nvCxnSpPr>
            <p:spPr>
              <a:xfrm>
                <a:off x="880982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344" name="Google Shape;344;p8"/>
            <p:cNvCxnSpPr/>
            <p:nvPr/>
          </p:nvCxnSpPr>
          <p:spPr>
            <a:xfrm>
              <a:off x="-8700" y="2926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5" name="Google Shape;345;p8"/>
            <p:cNvCxnSpPr/>
            <p:nvPr/>
          </p:nvCxnSpPr>
          <p:spPr>
            <a:xfrm>
              <a:off x="-8700" y="7034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6" name="Google Shape;346;p8"/>
            <p:cNvCxnSpPr/>
            <p:nvPr/>
          </p:nvCxnSpPr>
          <p:spPr>
            <a:xfrm>
              <a:off x="-8700" y="10523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7" name="Google Shape;347;p8"/>
            <p:cNvCxnSpPr/>
            <p:nvPr/>
          </p:nvCxnSpPr>
          <p:spPr>
            <a:xfrm>
              <a:off x="-8700" y="14631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8" name="Google Shape;348;p8"/>
            <p:cNvCxnSpPr/>
            <p:nvPr/>
          </p:nvCxnSpPr>
          <p:spPr>
            <a:xfrm>
              <a:off x="-8700" y="18345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9" name="Google Shape;349;p8"/>
            <p:cNvCxnSpPr/>
            <p:nvPr/>
          </p:nvCxnSpPr>
          <p:spPr>
            <a:xfrm>
              <a:off x="-8700" y="22453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0" name="Google Shape;350;p8"/>
            <p:cNvCxnSpPr/>
            <p:nvPr/>
          </p:nvCxnSpPr>
          <p:spPr>
            <a:xfrm>
              <a:off x="-8700" y="25942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1" name="Google Shape;351;p8"/>
            <p:cNvCxnSpPr/>
            <p:nvPr/>
          </p:nvCxnSpPr>
          <p:spPr>
            <a:xfrm>
              <a:off x="-8700" y="30050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2" name="Google Shape;352;p8"/>
            <p:cNvCxnSpPr/>
            <p:nvPr/>
          </p:nvCxnSpPr>
          <p:spPr>
            <a:xfrm>
              <a:off x="-8700" y="33764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3" name="Google Shape;353;p8"/>
            <p:cNvCxnSpPr/>
            <p:nvPr/>
          </p:nvCxnSpPr>
          <p:spPr>
            <a:xfrm>
              <a:off x="-8700" y="37872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4" name="Google Shape;354;p8"/>
            <p:cNvCxnSpPr/>
            <p:nvPr/>
          </p:nvCxnSpPr>
          <p:spPr>
            <a:xfrm>
              <a:off x="-8700" y="41361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5" name="Google Shape;355;p8"/>
            <p:cNvCxnSpPr/>
            <p:nvPr/>
          </p:nvCxnSpPr>
          <p:spPr>
            <a:xfrm>
              <a:off x="-8700" y="45470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6" name="Google Shape;356;p8"/>
            <p:cNvCxnSpPr/>
            <p:nvPr/>
          </p:nvCxnSpPr>
          <p:spPr>
            <a:xfrm>
              <a:off x="-8700" y="48508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57" name="Google Shape;357;p8"/>
          <p:cNvGrpSpPr/>
          <p:nvPr/>
        </p:nvGrpSpPr>
        <p:grpSpPr>
          <a:xfrm>
            <a:off x="366955" y="405600"/>
            <a:ext cx="11512845" cy="6079200"/>
            <a:chOff x="275216" y="304200"/>
            <a:chExt cx="8634634" cy="4559400"/>
          </a:xfrm>
        </p:grpSpPr>
        <p:grpSp>
          <p:nvGrpSpPr>
            <p:cNvPr id="358" name="Google Shape;358;p8"/>
            <p:cNvGrpSpPr/>
            <p:nvPr/>
          </p:nvGrpSpPr>
          <p:grpSpPr>
            <a:xfrm>
              <a:off x="275216" y="304200"/>
              <a:ext cx="8406168" cy="4559400"/>
              <a:chOff x="155350" y="382538"/>
              <a:chExt cx="8686750" cy="4559400"/>
            </a:xfrm>
          </p:grpSpPr>
          <p:sp>
            <p:nvSpPr>
              <p:cNvPr id="359" name="Google Shape;359;p8"/>
              <p:cNvSpPr/>
              <p:nvPr/>
            </p:nvSpPr>
            <p:spPr>
              <a:xfrm>
                <a:off x="302000" y="382538"/>
                <a:ext cx="8540100" cy="4559400"/>
              </a:xfrm>
              <a:prstGeom prst="roundRect">
                <a:avLst>
                  <a:gd name="adj" fmla="val 2747"/>
                </a:avLst>
              </a:prstGeom>
              <a:solidFill>
                <a:schemeClr val="accent4"/>
              </a:solidFill>
              <a:ln>
                <a:noFill/>
              </a:ln>
              <a:effectLst>
                <a:outerShdw dist="57150" dir="2400000" algn="bl" rotWithShape="0">
                  <a:schemeClr val="dk1">
                    <a:alpha val="7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pic>
            <p:nvPicPr>
              <p:cNvPr id="360" name="Google Shape;360;p8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155350" y="640650"/>
                <a:ext cx="291950" cy="27553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361" name="Google Shape;361;p8"/>
              <p:cNvPicPr preferRelativeResize="0"/>
              <p:nvPr/>
            </p:nvPicPr>
            <p:blipFill rotWithShape="1">
              <a:blip r:embed="rId2">
                <a:alphaModFix/>
              </a:blip>
              <a:srcRect b="53499"/>
              <a:stretch/>
            </p:blipFill>
            <p:spPr>
              <a:xfrm>
                <a:off x="155350" y="3402600"/>
                <a:ext cx="291950" cy="128124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362" name="Google Shape;362;p8"/>
            <p:cNvSpPr/>
            <p:nvPr/>
          </p:nvSpPr>
          <p:spPr>
            <a:xfrm rot="5400000">
              <a:off x="8438250" y="1016977"/>
              <a:ext cx="7146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63" name="Google Shape;363;p8"/>
            <p:cNvSpPr/>
            <p:nvPr/>
          </p:nvSpPr>
          <p:spPr>
            <a:xfrm rot="5400000">
              <a:off x="8447100" y="1832875"/>
              <a:ext cx="6969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64" name="Google Shape;364;p8"/>
            <p:cNvSpPr/>
            <p:nvPr/>
          </p:nvSpPr>
          <p:spPr>
            <a:xfrm rot="5400000">
              <a:off x="8438250" y="2648777"/>
              <a:ext cx="7146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65" name="Google Shape;365;p8"/>
            <p:cNvSpPr/>
            <p:nvPr/>
          </p:nvSpPr>
          <p:spPr>
            <a:xfrm rot="5400000">
              <a:off x="8447100" y="3464675"/>
              <a:ext cx="6969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366" name="Google Shape;366;p8"/>
          <p:cNvSpPr txBox="1">
            <a:spLocks noGrp="1"/>
          </p:cNvSpPr>
          <p:nvPr>
            <p:ph type="title"/>
          </p:nvPr>
        </p:nvSpPr>
        <p:spPr>
          <a:xfrm>
            <a:off x="2853267" y="1966167"/>
            <a:ext cx="6485600" cy="292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7932467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8" name="Google Shape;368;p9"/>
          <p:cNvGrpSpPr/>
          <p:nvPr/>
        </p:nvGrpSpPr>
        <p:grpSpPr>
          <a:xfrm>
            <a:off x="-11600" y="5000"/>
            <a:ext cx="12215200" cy="6880400"/>
            <a:chOff x="-8700" y="3750"/>
            <a:chExt cx="9161400" cy="5160300"/>
          </a:xfrm>
        </p:grpSpPr>
        <p:grpSp>
          <p:nvGrpSpPr>
            <p:cNvPr id="369" name="Google Shape;369;p9"/>
            <p:cNvGrpSpPr/>
            <p:nvPr/>
          </p:nvGrpSpPr>
          <p:grpSpPr>
            <a:xfrm>
              <a:off x="334175" y="3750"/>
              <a:ext cx="8475647" cy="5160300"/>
              <a:chOff x="334175" y="3750"/>
              <a:chExt cx="8475647" cy="5160300"/>
            </a:xfrm>
          </p:grpSpPr>
          <p:cxnSp>
            <p:nvCxnSpPr>
              <p:cNvPr id="370" name="Google Shape;370;p9"/>
              <p:cNvCxnSpPr/>
              <p:nvPr/>
            </p:nvCxnSpPr>
            <p:spPr>
              <a:xfrm>
                <a:off x="33417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71" name="Google Shape;371;p9"/>
              <p:cNvCxnSpPr/>
              <p:nvPr/>
            </p:nvCxnSpPr>
            <p:spPr>
              <a:xfrm>
                <a:off x="68732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72" name="Google Shape;372;p9"/>
              <p:cNvCxnSpPr/>
              <p:nvPr/>
            </p:nvCxnSpPr>
            <p:spPr>
              <a:xfrm>
                <a:off x="104047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73" name="Google Shape;373;p9"/>
              <p:cNvCxnSpPr/>
              <p:nvPr/>
            </p:nvCxnSpPr>
            <p:spPr>
              <a:xfrm>
                <a:off x="139363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74" name="Google Shape;374;p9"/>
              <p:cNvCxnSpPr/>
              <p:nvPr/>
            </p:nvCxnSpPr>
            <p:spPr>
              <a:xfrm>
                <a:off x="174678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75" name="Google Shape;375;p9"/>
              <p:cNvCxnSpPr/>
              <p:nvPr/>
            </p:nvCxnSpPr>
            <p:spPr>
              <a:xfrm>
                <a:off x="209993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76" name="Google Shape;376;p9"/>
              <p:cNvCxnSpPr/>
              <p:nvPr/>
            </p:nvCxnSpPr>
            <p:spPr>
              <a:xfrm>
                <a:off x="245308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77" name="Google Shape;377;p9"/>
              <p:cNvCxnSpPr/>
              <p:nvPr/>
            </p:nvCxnSpPr>
            <p:spPr>
              <a:xfrm>
                <a:off x="280623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78" name="Google Shape;378;p9"/>
              <p:cNvCxnSpPr/>
              <p:nvPr/>
            </p:nvCxnSpPr>
            <p:spPr>
              <a:xfrm>
                <a:off x="315939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79" name="Google Shape;379;p9"/>
              <p:cNvCxnSpPr/>
              <p:nvPr/>
            </p:nvCxnSpPr>
            <p:spPr>
              <a:xfrm>
                <a:off x="351254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0" name="Google Shape;380;p9"/>
              <p:cNvCxnSpPr/>
              <p:nvPr/>
            </p:nvCxnSpPr>
            <p:spPr>
              <a:xfrm>
                <a:off x="386569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1" name="Google Shape;381;p9"/>
              <p:cNvCxnSpPr/>
              <p:nvPr/>
            </p:nvCxnSpPr>
            <p:spPr>
              <a:xfrm>
                <a:off x="421884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2" name="Google Shape;382;p9"/>
              <p:cNvCxnSpPr/>
              <p:nvPr/>
            </p:nvCxnSpPr>
            <p:spPr>
              <a:xfrm>
                <a:off x="457199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3" name="Google Shape;383;p9"/>
              <p:cNvCxnSpPr/>
              <p:nvPr/>
            </p:nvCxnSpPr>
            <p:spPr>
              <a:xfrm>
                <a:off x="492515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9"/>
              <p:cNvCxnSpPr/>
              <p:nvPr/>
            </p:nvCxnSpPr>
            <p:spPr>
              <a:xfrm>
                <a:off x="527830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9"/>
              <p:cNvCxnSpPr/>
              <p:nvPr/>
            </p:nvCxnSpPr>
            <p:spPr>
              <a:xfrm>
                <a:off x="563145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9"/>
              <p:cNvCxnSpPr/>
              <p:nvPr/>
            </p:nvCxnSpPr>
            <p:spPr>
              <a:xfrm>
                <a:off x="598460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9"/>
              <p:cNvCxnSpPr/>
              <p:nvPr/>
            </p:nvCxnSpPr>
            <p:spPr>
              <a:xfrm>
                <a:off x="633775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8" name="Google Shape;388;p9"/>
              <p:cNvCxnSpPr/>
              <p:nvPr/>
            </p:nvCxnSpPr>
            <p:spPr>
              <a:xfrm>
                <a:off x="669091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9" name="Google Shape;389;p9"/>
              <p:cNvCxnSpPr/>
              <p:nvPr/>
            </p:nvCxnSpPr>
            <p:spPr>
              <a:xfrm>
                <a:off x="704406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0" name="Google Shape;390;p9"/>
              <p:cNvCxnSpPr/>
              <p:nvPr/>
            </p:nvCxnSpPr>
            <p:spPr>
              <a:xfrm>
                <a:off x="739721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1" name="Google Shape;391;p9"/>
              <p:cNvCxnSpPr/>
              <p:nvPr/>
            </p:nvCxnSpPr>
            <p:spPr>
              <a:xfrm>
                <a:off x="775036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2" name="Google Shape;392;p9"/>
              <p:cNvCxnSpPr/>
              <p:nvPr/>
            </p:nvCxnSpPr>
            <p:spPr>
              <a:xfrm>
                <a:off x="810351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3" name="Google Shape;393;p9"/>
              <p:cNvCxnSpPr/>
              <p:nvPr/>
            </p:nvCxnSpPr>
            <p:spPr>
              <a:xfrm>
                <a:off x="845667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4" name="Google Shape;394;p9"/>
              <p:cNvCxnSpPr/>
              <p:nvPr/>
            </p:nvCxnSpPr>
            <p:spPr>
              <a:xfrm>
                <a:off x="880982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395" name="Google Shape;395;p9"/>
            <p:cNvCxnSpPr/>
            <p:nvPr/>
          </p:nvCxnSpPr>
          <p:spPr>
            <a:xfrm>
              <a:off x="-8700" y="2926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6" name="Google Shape;396;p9"/>
            <p:cNvCxnSpPr/>
            <p:nvPr/>
          </p:nvCxnSpPr>
          <p:spPr>
            <a:xfrm>
              <a:off x="-8700" y="7034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7" name="Google Shape;397;p9"/>
            <p:cNvCxnSpPr/>
            <p:nvPr/>
          </p:nvCxnSpPr>
          <p:spPr>
            <a:xfrm>
              <a:off x="-8700" y="10523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8" name="Google Shape;398;p9"/>
            <p:cNvCxnSpPr/>
            <p:nvPr/>
          </p:nvCxnSpPr>
          <p:spPr>
            <a:xfrm>
              <a:off x="-8700" y="14631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9" name="Google Shape;399;p9"/>
            <p:cNvCxnSpPr/>
            <p:nvPr/>
          </p:nvCxnSpPr>
          <p:spPr>
            <a:xfrm>
              <a:off x="-8700" y="18345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0" name="Google Shape;400;p9"/>
            <p:cNvCxnSpPr/>
            <p:nvPr/>
          </p:nvCxnSpPr>
          <p:spPr>
            <a:xfrm>
              <a:off x="-8700" y="22453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1" name="Google Shape;401;p9"/>
            <p:cNvCxnSpPr/>
            <p:nvPr/>
          </p:nvCxnSpPr>
          <p:spPr>
            <a:xfrm>
              <a:off x="-8700" y="25942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2" name="Google Shape;402;p9"/>
            <p:cNvCxnSpPr/>
            <p:nvPr/>
          </p:nvCxnSpPr>
          <p:spPr>
            <a:xfrm>
              <a:off x="-8700" y="30050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3" name="Google Shape;403;p9"/>
            <p:cNvCxnSpPr/>
            <p:nvPr/>
          </p:nvCxnSpPr>
          <p:spPr>
            <a:xfrm>
              <a:off x="-8700" y="33764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4" name="Google Shape;404;p9"/>
            <p:cNvCxnSpPr/>
            <p:nvPr/>
          </p:nvCxnSpPr>
          <p:spPr>
            <a:xfrm>
              <a:off x="-8700" y="37872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5" name="Google Shape;405;p9"/>
            <p:cNvCxnSpPr/>
            <p:nvPr/>
          </p:nvCxnSpPr>
          <p:spPr>
            <a:xfrm>
              <a:off x="-8700" y="41361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6" name="Google Shape;406;p9"/>
            <p:cNvCxnSpPr/>
            <p:nvPr/>
          </p:nvCxnSpPr>
          <p:spPr>
            <a:xfrm>
              <a:off x="-8700" y="45470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07" name="Google Shape;407;p9"/>
            <p:cNvCxnSpPr/>
            <p:nvPr/>
          </p:nvCxnSpPr>
          <p:spPr>
            <a:xfrm>
              <a:off x="-8700" y="48508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08" name="Google Shape;408;p9"/>
          <p:cNvGrpSpPr/>
          <p:nvPr/>
        </p:nvGrpSpPr>
        <p:grpSpPr>
          <a:xfrm>
            <a:off x="366955" y="155451"/>
            <a:ext cx="11208224" cy="6320500"/>
            <a:chOff x="155350" y="201563"/>
            <a:chExt cx="8686750" cy="4740375"/>
          </a:xfrm>
        </p:grpSpPr>
        <p:sp>
          <p:nvSpPr>
            <p:cNvPr id="409" name="Google Shape;409;p9"/>
            <p:cNvSpPr/>
            <p:nvPr/>
          </p:nvSpPr>
          <p:spPr>
            <a:xfrm>
              <a:off x="8494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10" name="Google Shape;410;p9"/>
            <p:cNvSpPr/>
            <p:nvPr/>
          </p:nvSpPr>
          <p:spPr>
            <a:xfrm>
              <a:off x="27723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11" name="Google Shape;411;p9"/>
            <p:cNvSpPr/>
            <p:nvPr/>
          </p:nvSpPr>
          <p:spPr>
            <a:xfrm>
              <a:off x="46952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412" name="Google Shape;412;p9"/>
            <p:cNvGrpSpPr/>
            <p:nvPr/>
          </p:nvGrpSpPr>
          <p:grpSpPr>
            <a:xfrm>
              <a:off x="155350" y="382538"/>
              <a:ext cx="8686750" cy="4559400"/>
              <a:chOff x="155350" y="382538"/>
              <a:chExt cx="8686750" cy="4559400"/>
            </a:xfrm>
          </p:grpSpPr>
          <p:sp>
            <p:nvSpPr>
              <p:cNvPr id="413" name="Google Shape;413;p9"/>
              <p:cNvSpPr/>
              <p:nvPr/>
            </p:nvSpPr>
            <p:spPr>
              <a:xfrm>
                <a:off x="302000" y="382538"/>
                <a:ext cx="8540100" cy="4559400"/>
              </a:xfrm>
              <a:prstGeom prst="roundRect">
                <a:avLst>
                  <a:gd name="adj" fmla="val 2747"/>
                </a:avLst>
              </a:prstGeom>
              <a:solidFill>
                <a:schemeClr val="accent4"/>
              </a:solidFill>
              <a:ln>
                <a:noFill/>
              </a:ln>
              <a:effectLst>
                <a:outerShdw dist="57150" dir="2400000" algn="bl" rotWithShape="0">
                  <a:schemeClr val="dk1">
                    <a:alpha val="7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pic>
            <p:nvPicPr>
              <p:cNvPr id="414" name="Google Shape;414;p9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155350" y="640650"/>
                <a:ext cx="291950" cy="27553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415" name="Google Shape;415;p9"/>
              <p:cNvPicPr preferRelativeResize="0"/>
              <p:nvPr/>
            </p:nvPicPr>
            <p:blipFill rotWithShape="1">
              <a:blip r:embed="rId2">
                <a:alphaModFix/>
              </a:blip>
              <a:srcRect b="53499"/>
              <a:stretch/>
            </p:blipFill>
            <p:spPr>
              <a:xfrm>
                <a:off x="155350" y="3402600"/>
                <a:ext cx="291950" cy="128124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sp>
        <p:nvSpPr>
          <p:cNvPr id="416" name="Google Shape;416;p9"/>
          <p:cNvSpPr txBox="1">
            <a:spLocks noGrp="1"/>
          </p:cNvSpPr>
          <p:nvPr>
            <p:ph type="title"/>
          </p:nvPr>
        </p:nvSpPr>
        <p:spPr>
          <a:xfrm>
            <a:off x="2847400" y="2207317"/>
            <a:ext cx="6497200" cy="154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 sz="8666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417" name="Google Shape;417;p9"/>
          <p:cNvSpPr txBox="1">
            <a:spLocks noGrp="1"/>
          </p:cNvSpPr>
          <p:nvPr>
            <p:ph type="subTitle" idx="1"/>
          </p:nvPr>
        </p:nvSpPr>
        <p:spPr>
          <a:xfrm>
            <a:off x="2847400" y="3755899"/>
            <a:ext cx="6497200" cy="8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353640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10"/>
          <p:cNvSpPr>
            <a:spLocks noGrp="1"/>
          </p:cNvSpPr>
          <p:nvPr>
            <p:ph type="pic" idx="2"/>
          </p:nvPr>
        </p:nvSpPr>
        <p:spPr>
          <a:xfrm>
            <a:off x="-33" y="-18300"/>
            <a:ext cx="12192000" cy="6876400"/>
          </a:xfrm>
          <a:prstGeom prst="rect">
            <a:avLst/>
          </a:prstGeom>
          <a:noFill/>
          <a:ln>
            <a:noFill/>
          </a:ln>
        </p:spPr>
      </p:sp>
      <p:sp>
        <p:nvSpPr>
          <p:cNvPr id="420" name="Google Shape;420;p10"/>
          <p:cNvSpPr txBox="1">
            <a:spLocks noGrp="1"/>
          </p:cNvSpPr>
          <p:nvPr>
            <p:ph type="title"/>
          </p:nvPr>
        </p:nvSpPr>
        <p:spPr>
          <a:xfrm>
            <a:off x="960000" y="4612033"/>
            <a:ext cx="5332800" cy="1504000"/>
          </a:xfrm>
          <a:prstGeom prst="rect">
            <a:avLst/>
          </a:prstGeom>
          <a:solidFill>
            <a:schemeClr val="accent4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214267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2" name="Google Shape;422;p11"/>
          <p:cNvGrpSpPr/>
          <p:nvPr/>
        </p:nvGrpSpPr>
        <p:grpSpPr>
          <a:xfrm>
            <a:off x="-11600" y="5000"/>
            <a:ext cx="12215200" cy="6880400"/>
            <a:chOff x="-8700" y="3750"/>
            <a:chExt cx="9161400" cy="5160300"/>
          </a:xfrm>
        </p:grpSpPr>
        <p:grpSp>
          <p:nvGrpSpPr>
            <p:cNvPr id="423" name="Google Shape;423;p11"/>
            <p:cNvGrpSpPr/>
            <p:nvPr/>
          </p:nvGrpSpPr>
          <p:grpSpPr>
            <a:xfrm>
              <a:off x="334175" y="3750"/>
              <a:ext cx="8475647" cy="5160300"/>
              <a:chOff x="334175" y="3750"/>
              <a:chExt cx="8475647" cy="5160300"/>
            </a:xfrm>
          </p:grpSpPr>
          <p:cxnSp>
            <p:nvCxnSpPr>
              <p:cNvPr id="424" name="Google Shape;424;p11"/>
              <p:cNvCxnSpPr/>
              <p:nvPr/>
            </p:nvCxnSpPr>
            <p:spPr>
              <a:xfrm>
                <a:off x="33417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5" name="Google Shape;425;p11"/>
              <p:cNvCxnSpPr/>
              <p:nvPr/>
            </p:nvCxnSpPr>
            <p:spPr>
              <a:xfrm>
                <a:off x="68732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6" name="Google Shape;426;p11"/>
              <p:cNvCxnSpPr/>
              <p:nvPr/>
            </p:nvCxnSpPr>
            <p:spPr>
              <a:xfrm>
                <a:off x="104047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7" name="Google Shape;427;p11"/>
              <p:cNvCxnSpPr/>
              <p:nvPr/>
            </p:nvCxnSpPr>
            <p:spPr>
              <a:xfrm>
                <a:off x="139363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8" name="Google Shape;428;p11"/>
              <p:cNvCxnSpPr/>
              <p:nvPr/>
            </p:nvCxnSpPr>
            <p:spPr>
              <a:xfrm>
                <a:off x="174678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9" name="Google Shape;429;p11"/>
              <p:cNvCxnSpPr/>
              <p:nvPr/>
            </p:nvCxnSpPr>
            <p:spPr>
              <a:xfrm>
                <a:off x="209993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30" name="Google Shape;430;p11"/>
              <p:cNvCxnSpPr/>
              <p:nvPr/>
            </p:nvCxnSpPr>
            <p:spPr>
              <a:xfrm>
                <a:off x="245308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31" name="Google Shape;431;p11"/>
              <p:cNvCxnSpPr/>
              <p:nvPr/>
            </p:nvCxnSpPr>
            <p:spPr>
              <a:xfrm>
                <a:off x="280623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32" name="Google Shape;432;p11"/>
              <p:cNvCxnSpPr/>
              <p:nvPr/>
            </p:nvCxnSpPr>
            <p:spPr>
              <a:xfrm>
                <a:off x="315939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33" name="Google Shape;433;p11"/>
              <p:cNvCxnSpPr/>
              <p:nvPr/>
            </p:nvCxnSpPr>
            <p:spPr>
              <a:xfrm>
                <a:off x="351254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34" name="Google Shape;434;p11"/>
              <p:cNvCxnSpPr/>
              <p:nvPr/>
            </p:nvCxnSpPr>
            <p:spPr>
              <a:xfrm>
                <a:off x="386569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35" name="Google Shape;435;p11"/>
              <p:cNvCxnSpPr/>
              <p:nvPr/>
            </p:nvCxnSpPr>
            <p:spPr>
              <a:xfrm>
                <a:off x="421884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36" name="Google Shape;436;p11"/>
              <p:cNvCxnSpPr/>
              <p:nvPr/>
            </p:nvCxnSpPr>
            <p:spPr>
              <a:xfrm>
                <a:off x="457199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37" name="Google Shape;437;p11"/>
              <p:cNvCxnSpPr/>
              <p:nvPr/>
            </p:nvCxnSpPr>
            <p:spPr>
              <a:xfrm>
                <a:off x="492515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38" name="Google Shape;438;p11"/>
              <p:cNvCxnSpPr/>
              <p:nvPr/>
            </p:nvCxnSpPr>
            <p:spPr>
              <a:xfrm>
                <a:off x="527830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39" name="Google Shape;439;p11"/>
              <p:cNvCxnSpPr/>
              <p:nvPr/>
            </p:nvCxnSpPr>
            <p:spPr>
              <a:xfrm>
                <a:off x="563145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40" name="Google Shape;440;p11"/>
              <p:cNvCxnSpPr/>
              <p:nvPr/>
            </p:nvCxnSpPr>
            <p:spPr>
              <a:xfrm>
                <a:off x="598460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41" name="Google Shape;441;p11"/>
              <p:cNvCxnSpPr/>
              <p:nvPr/>
            </p:nvCxnSpPr>
            <p:spPr>
              <a:xfrm>
                <a:off x="633775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42" name="Google Shape;442;p11"/>
              <p:cNvCxnSpPr/>
              <p:nvPr/>
            </p:nvCxnSpPr>
            <p:spPr>
              <a:xfrm>
                <a:off x="669091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43" name="Google Shape;443;p11"/>
              <p:cNvCxnSpPr/>
              <p:nvPr/>
            </p:nvCxnSpPr>
            <p:spPr>
              <a:xfrm>
                <a:off x="704406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44" name="Google Shape;444;p11"/>
              <p:cNvCxnSpPr/>
              <p:nvPr/>
            </p:nvCxnSpPr>
            <p:spPr>
              <a:xfrm>
                <a:off x="739721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45" name="Google Shape;445;p11"/>
              <p:cNvCxnSpPr/>
              <p:nvPr/>
            </p:nvCxnSpPr>
            <p:spPr>
              <a:xfrm>
                <a:off x="775036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46" name="Google Shape;446;p11"/>
              <p:cNvCxnSpPr/>
              <p:nvPr/>
            </p:nvCxnSpPr>
            <p:spPr>
              <a:xfrm>
                <a:off x="810351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47" name="Google Shape;447;p11"/>
              <p:cNvCxnSpPr/>
              <p:nvPr/>
            </p:nvCxnSpPr>
            <p:spPr>
              <a:xfrm>
                <a:off x="845667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48" name="Google Shape;448;p11"/>
              <p:cNvCxnSpPr/>
              <p:nvPr/>
            </p:nvCxnSpPr>
            <p:spPr>
              <a:xfrm>
                <a:off x="880982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449" name="Google Shape;449;p11"/>
            <p:cNvCxnSpPr/>
            <p:nvPr/>
          </p:nvCxnSpPr>
          <p:spPr>
            <a:xfrm>
              <a:off x="-8700" y="2926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50" name="Google Shape;450;p11"/>
            <p:cNvCxnSpPr/>
            <p:nvPr/>
          </p:nvCxnSpPr>
          <p:spPr>
            <a:xfrm>
              <a:off x="-8700" y="7034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51" name="Google Shape;451;p11"/>
            <p:cNvCxnSpPr/>
            <p:nvPr/>
          </p:nvCxnSpPr>
          <p:spPr>
            <a:xfrm>
              <a:off x="-8700" y="10523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52" name="Google Shape;452;p11"/>
            <p:cNvCxnSpPr/>
            <p:nvPr/>
          </p:nvCxnSpPr>
          <p:spPr>
            <a:xfrm>
              <a:off x="-8700" y="14631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53" name="Google Shape;453;p11"/>
            <p:cNvCxnSpPr/>
            <p:nvPr/>
          </p:nvCxnSpPr>
          <p:spPr>
            <a:xfrm>
              <a:off x="-8700" y="18345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54" name="Google Shape;454;p11"/>
            <p:cNvCxnSpPr/>
            <p:nvPr/>
          </p:nvCxnSpPr>
          <p:spPr>
            <a:xfrm>
              <a:off x="-8700" y="22453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55" name="Google Shape;455;p11"/>
            <p:cNvCxnSpPr/>
            <p:nvPr/>
          </p:nvCxnSpPr>
          <p:spPr>
            <a:xfrm>
              <a:off x="-8700" y="25942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56" name="Google Shape;456;p11"/>
            <p:cNvCxnSpPr/>
            <p:nvPr/>
          </p:nvCxnSpPr>
          <p:spPr>
            <a:xfrm>
              <a:off x="-8700" y="30050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57" name="Google Shape;457;p11"/>
            <p:cNvCxnSpPr/>
            <p:nvPr/>
          </p:nvCxnSpPr>
          <p:spPr>
            <a:xfrm>
              <a:off x="-8700" y="33764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58" name="Google Shape;458;p11"/>
            <p:cNvCxnSpPr/>
            <p:nvPr/>
          </p:nvCxnSpPr>
          <p:spPr>
            <a:xfrm>
              <a:off x="-8700" y="37872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59" name="Google Shape;459;p11"/>
            <p:cNvCxnSpPr/>
            <p:nvPr/>
          </p:nvCxnSpPr>
          <p:spPr>
            <a:xfrm>
              <a:off x="-8700" y="41361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60" name="Google Shape;460;p11"/>
            <p:cNvCxnSpPr/>
            <p:nvPr/>
          </p:nvCxnSpPr>
          <p:spPr>
            <a:xfrm>
              <a:off x="-8700" y="45470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61" name="Google Shape;461;p11"/>
            <p:cNvCxnSpPr/>
            <p:nvPr/>
          </p:nvCxnSpPr>
          <p:spPr>
            <a:xfrm>
              <a:off x="-8700" y="48508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62" name="Google Shape;462;p11"/>
          <p:cNvGrpSpPr/>
          <p:nvPr/>
        </p:nvGrpSpPr>
        <p:grpSpPr>
          <a:xfrm>
            <a:off x="366955" y="155451"/>
            <a:ext cx="11208224" cy="6320500"/>
            <a:chOff x="155350" y="201563"/>
            <a:chExt cx="8686750" cy="4740375"/>
          </a:xfrm>
        </p:grpSpPr>
        <p:sp>
          <p:nvSpPr>
            <p:cNvPr id="463" name="Google Shape;463;p11"/>
            <p:cNvSpPr/>
            <p:nvPr/>
          </p:nvSpPr>
          <p:spPr>
            <a:xfrm>
              <a:off x="8494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4" name="Google Shape;464;p11"/>
            <p:cNvSpPr/>
            <p:nvPr/>
          </p:nvSpPr>
          <p:spPr>
            <a:xfrm>
              <a:off x="27723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5" name="Google Shape;465;p11"/>
            <p:cNvSpPr/>
            <p:nvPr/>
          </p:nvSpPr>
          <p:spPr>
            <a:xfrm>
              <a:off x="46952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6" name="Google Shape;466;p11"/>
            <p:cNvSpPr/>
            <p:nvPr/>
          </p:nvSpPr>
          <p:spPr>
            <a:xfrm>
              <a:off x="66181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467" name="Google Shape;467;p11"/>
            <p:cNvGrpSpPr/>
            <p:nvPr/>
          </p:nvGrpSpPr>
          <p:grpSpPr>
            <a:xfrm>
              <a:off x="155350" y="382538"/>
              <a:ext cx="8686750" cy="4559400"/>
              <a:chOff x="155350" y="382538"/>
              <a:chExt cx="8686750" cy="4559400"/>
            </a:xfrm>
          </p:grpSpPr>
          <p:sp>
            <p:nvSpPr>
              <p:cNvPr id="468" name="Google Shape;468;p11"/>
              <p:cNvSpPr/>
              <p:nvPr/>
            </p:nvSpPr>
            <p:spPr>
              <a:xfrm>
                <a:off x="302000" y="382538"/>
                <a:ext cx="8540100" cy="4559400"/>
              </a:xfrm>
              <a:prstGeom prst="roundRect">
                <a:avLst>
                  <a:gd name="adj" fmla="val 2747"/>
                </a:avLst>
              </a:prstGeom>
              <a:solidFill>
                <a:schemeClr val="accent4"/>
              </a:solidFill>
              <a:ln>
                <a:noFill/>
              </a:ln>
              <a:effectLst>
                <a:outerShdw dist="57150" dir="2400000" algn="bl" rotWithShape="0">
                  <a:schemeClr val="dk1">
                    <a:alpha val="7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pic>
            <p:nvPicPr>
              <p:cNvPr id="469" name="Google Shape;469;p11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155350" y="640650"/>
                <a:ext cx="291950" cy="27553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470" name="Google Shape;470;p11"/>
              <p:cNvPicPr preferRelativeResize="0"/>
              <p:nvPr/>
            </p:nvPicPr>
            <p:blipFill rotWithShape="1">
              <a:blip r:embed="rId2">
                <a:alphaModFix/>
              </a:blip>
              <a:srcRect b="53499"/>
              <a:stretch/>
            </p:blipFill>
            <p:spPr>
              <a:xfrm>
                <a:off x="155350" y="3402600"/>
                <a:ext cx="291950" cy="128124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sp>
        <p:nvSpPr>
          <p:cNvPr id="471" name="Google Shape;471;p11"/>
          <p:cNvSpPr txBox="1">
            <a:spLocks noGrp="1"/>
          </p:cNvSpPr>
          <p:nvPr>
            <p:ph type="title" hasCustomPrompt="1"/>
          </p:nvPr>
        </p:nvSpPr>
        <p:spPr>
          <a:xfrm>
            <a:off x="2942200" y="2040183"/>
            <a:ext cx="6307600" cy="1646400"/>
          </a:xfrm>
          <a:prstGeom prst="rect">
            <a:avLst/>
          </a:prstGeom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9pPr>
          </a:lstStyle>
          <a:p>
            <a:r>
              <a:t>xx%</a:t>
            </a:r>
          </a:p>
        </p:txBody>
      </p:sp>
      <p:sp>
        <p:nvSpPr>
          <p:cNvPr id="472" name="Google Shape;472;p11"/>
          <p:cNvSpPr txBox="1">
            <a:spLocks noGrp="1"/>
          </p:cNvSpPr>
          <p:nvPr>
            <p:ph type="subTitle" idx="1"/>
          </p:nvPr>
        </p:nvSpPr>
        <p:spPr>
          <a:xfrm>
            <a:off x="2942200" y="4007864"/>
            <a:ext cx="6307600" cy="56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8320943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842986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5" name="Google Shape;475;p13"/>
          <p:cNvGrpSpPr/>
          <p:nvPr/>
        </p:nvGrpSpPr>
        <p:grpSpPr>
          <a:xfrm>
            <a:off x="-11600" y="5000"/>
            <a:ext cx="12215200" cy="6880400"/>
            <a:chOff x="-8700" y="3750"/>
            <a:chExt cx="9161400" cy="5160300"/>
          </a:xfrm>
        </p:grpSpPr>
        <p:grpSp>
          <p:nvGrpSpPr>
            <p:cNvPr id="476" name="Google Shape;476;p13"/>
            <p:cNvGrpSpPr/>
            <p:nvPr/>
          </p:nvGrpSpPr>
          <p:grpSpPr>
            <a:xfrm>
              <a:off x="334175" y="3750"/>
              <a:ext cx="8475647" cy="5160300"/>
              <a:chOff x="334175" y="3750"/>
              <a:chExt cx="8475647" cy="5160300"/>
            </a:xfrm>
          </p:grpSpPr>
          <p:cxnSp>
            <p:nvCxnSpPr>
              <p:cNvPr id="477" name="Google Shape;477;p13"/>
              <p:cNvCxnSpPr/>
              <p:nvPr/>
            </p:nvCxnSpPr>
            <p:spPr>
              <a:xfrm>
                <a:off x="33417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78" name="Google Shape;478;p13"/>
              <p:cNvCxnSpPr/>
              <p:nvPr/>
            </p:nvCxnSpPr>
            <p:spPr>
              <a:xfrm>
                <a:off x="68732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79" name="Google Shape;479;p13"/>
              <p:cNvCxnSpPr/>
              <p:nvPr/>
            </p:nvCxnSpPr>
            <p:spPr>
              <a:xfrm>
                <a:off x="104047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80" name="Google Shape;480;p13"/>
              <p:cNvCxnSpPr/>
              <p:nvPr/>
            </p:nvCxnSpPr>
            <p:spPr>
              <a:xfrm>
                <a:off x="139363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81" name="Google Shape;481;p13"/>
              <p:cNvCxnSpPr/>
              <p:nvPr/>
            </p:nvCxnSpPr>
            <p:spPr>
              <a:xfrm>
                <a:off x="174678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82" name="Google Shape;482;p13"/>
              <p:cNvCxnSpPr/>
              <p:nvPr/>
            </p:nvCxnSpPr>
            <p:spPr>
              <a:xfrm>
                <a:off x="209993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83" name="Google Shape;483;p13"/>
              <p:cNvCxnSpPr/>
              <p:nvPr/>
            </p:nvCxnSpPr>
            <p:spPr>
              <a:xfrm>
                <a:off x="245308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84" name="Google Shape;484;p13"/>
              <p:cNvCxnSpPr/>
              <p:nvPr/>
            </p:nvCxnSpPr>
            <p:spPr>
              <a:xfrm>
                <a:off x="280623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85" name="Google Shape;485;p13"/>
              <p:cNvCxnSpPr/>
              <p:nvPr/>
            </p:nvCxnSpPr>
            <p:spPr>
              <a:xfrm>
                <a:off x="315939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86" name="Google Shape;486;p13"/>
              <p:cNvCxnSpPr/>
              <p:nvPr/>
            </p:nvCxnSpPr>
            <p:spPr>
              <a:xfrm>
                <a:off x="351254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87" name="Google Shape;487;p13"/>
              <p:cNvCxnSpPr/>
              <p:nvPr/>
            </p:nvCxnSpPr>
            <p:spPr>
              <a:xfrm>
                <a:off x="386569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88" name="Google Shape;488;p13"/>
              <p:cNvCxnSpPr/>
              <p:nvPr/>
            </p:nvCxnSpPr>
            <p:spPr>
              <a:xfrm>
                <a:off x="421884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89" name="Google Shape;489;p13"/>
              <p:cNvCxnSpPr/>
              <p:nvPr/>
            </p:nvCxnSpPr>
            <p:spPr>
              <a:xfrm>
                <a:off x="457199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0" name="Google Shape;490;p13"/>
              <p:cNvCxnSpPr/>
              <p:nvPr/>
            </p:nvCxnSpPr>
            <p:spPr>
              <a:xfrm>
                <a:off x="492515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1" name="Google Shape;491;p13"/>
              <p:cNvCxnSpPr/>
              <p:nvPr/>
            </p:nvCxnSpPr>
            <p:spPr>
              <a:xfrm>
                <a:off x="527830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3"/>
              <p:cNvCxnSpPr/>
              <p:nvPr/>
            </p:nvCxnSpPr>
            <p:spPr>
              <a:xfrm>
                <a:off x="563145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3"/>
              <p:cNvCxnSpPr/>
              <p:nvPr/>
            </p:nvCxnSpPr>
            <p:spPr>
              <a:xfrm>
                <a:off x="598460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3"/>
              <p:cNvCxnSpPr/>
              <p:nvPr/>
            </p:nvCxnSpPr>
            <p:spPr>
              <a:xfrm>
                <a:off x="633775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3"/>
              <p:cNvCxnSpPr/>
              <p:nvPr/>
            </p:nvCxnSpPr>
            <p:spPr>
              <a:xfrm>
                <a:off x="669091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6" name="Google Shape;496;p13"/>
              <p:cNvCxnSpPr/>
              <p:nvPr/>
            </p:nvCxnSpPr>
            <p:spPr>
              <a:xfrm>
                <a:off x="704406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7" name="Google Shape;497;p13"/>
              <p:cNvCxnSpPr/>
              <p:nvPr/>
            </p:nvCxnSpPr>
            <p:spPr>
              <a:xfrm>
                <a:off x="739721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8" name="Google Shape;498;p13"/>
              <p:cNvCxnSpPr/>
              <p:nvPr/>
            </p:nvCxnSpPr>
            <p:spPr>
              <a:xfrm>
                <a:off x="775036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9" name="Google Shape;499;p13"/>
              <p:cNvCxnSpPr/>
              <p:nvPr/>
            </p:nvCxnSpPr>
            <p:spPr>
              <a:xfrm>
                <a:off x="810351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00" name="Google Shape;500;p13"/>
              <p:cNvCxnSpPr/>
              <p:nvPr/>
            </p:nvCxnSpPr>
            <p:spPr>
              <a:xfrm>
                <a:off x="845667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01" name="Google Shape;501;p13"/>
              <p:cNvCxnSpPr/>
              <p:nvPr/>
            </p:nvCxnSpPr>
            <p:spPr>
              <a:xfrm>
                <a:off x="880982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502" name="Google Shape;502;p13"/>
            <p:cNvCxnSpPr/>
            <p:nvPr/>
          </p:nvCxnSpPr>
          <p:spPr>
            <a:xfrm>
              <a:off x="-8700" y="2926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03" name="Google Shape;503;p13"/>
            <p:cNvCxnSpPr/>
            <p:nvPr/>
          </p:nvCxnSpPr>
          <p:spPr>
            <a:xfrm>
              <a:off x="-8700" y="7034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04" name="Google Shape;504;p13"/>
            <p:cNvCxnSpPr/>
            <p:nvPr/>
          </p:nvCxnSpPr>
          <p:spPr>
            <a:xfrm>
              <a:off x="-8700" y="10523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05" name="Google Shape;505;p13"/>
            <p:cNvCxnSpPr/>
            <p:nvPr/>
          </p:nvCxnSpPr>
          <p:spPr>
            <a:xfrm>
              <a:off x="-8700" y="14631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06" name="Google Shape;506;p13"/>
            <p:cNvCxnSpPr/>
            <p:nvPr/>
          </p:nvCxnSpPr>
          <p:spPr>
            <a:xfrm>
              <a:off x="-8700" y="18345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07" name="Google Shape;507;p13"/>
            <p:cNvCxnSpPr/>
            <p:nvPr/>
          </p:nvCxnSpPr>
          <p:spPr>
            <a:xfrm>
              <a:off x="-8700" y="22453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08" name="Google Shape;508;p13"/>
            <p:cNvCxnSpPr/>
            <p:nvPr/>
          </p:nvCxnSpPr>
          <p:spPr>
            <a:xfrm>
              <a:off x="-8700" y="25942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09" name="Google Shape;509;p13"/>
            <p:cNvCxnSpPr/>
            <p:nvPr/>
          </p:nvCxnSpPr>
          <p:spPr>
            <a:xfrm>
              <a:off x="-8700" y="30050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10" name="Google Shape;510;p13"/>
            <p:cNvCxnSpPr/>
            <p:nvPr/>
          </p:nvCxnSpPr>
          <p:spPr>
            <a:xfrm>
              <a:off x="-8700" y="33764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11" name="Google Shape;511;p13"/>
            <p:cNvCxnSpPr/>
            <p:nvPr/>
          </p:nvCxnSpPr>
          <p:spPr>
            <a:xfrm>
              <a:off x="-8700" y="37872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12" name="Google Shape;512;p13"/>
            <p:cNvCxnSpPr/>
            <p:nvPr/>
          </p:nvCxnSpPr>
          <p:spPr>
            <a:xfrm>
              <a:off x="-8700" y="41361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13" name="Google Shape;513;p13"/>
            <p:cNvCxnSpPr/>
            <p:nvPr/>
          </p:nvCxnSpPr>
          <p:spPr>
            <a:xfrm>
              <a:off x="-8700" y="45470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14" name="Google Shape;514;p13"/>
            <p:cNvCxnSpPr/>
            <p:nvPr/>
          </p:nvCxnSpPr>
          <p:spPr>
            <a:xfrm>
              <a:off x="-8700" y="48508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515" name="Google Shape;515;p13"/>
          <p:cNvGrpSpPr/>
          <p:nvPr/>
        </p:nvGrpSpPr>
        <p:grpSpPr>
          <a:xfrm>
            <a:off x="366955" y="155451"/>
            <a:ext cx="11208224" cy="6320500"/>
            <a:chOff x="155350" y="201563"/>
            <a:chExt cx="8686750" cy="4740375"/>
          </a:xfrm>
        </p:grpSpPr>
        <p:sp>
          <p:nvSpPr>
            <p:cNvPr id="516" name="Google Shape;516;p13"/>
            <p:cNvSpPr/>
            <p:nvPr/>
          </p:nvSpPr>
          <p:spPr>
            <a:xfrm>
              <a:off x="66181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517" name="Google Shape;517;p13"/>
            <p:cNvGrpSpPr/>
            <p:nvPr/>
          </p:nvGrpSpPr>
          <p:grpSpPr>
            <a:xfrm>
              <a:off x="155350" y="382538"/>
              <a:ext cx="8686750" cy="4559400"/>
              <a:chOff x="155350" y="382538"/>
              <a:chExt cx="8686750" cy="4559400"/>
            </a:xfrm>
          </p:grpSpPr>
          <p:sp>
            <p:nvSpPr>
              <p:cNvPr id="518" name="Google Shape;518;p13"/>
              <p:cNvSpPr/>
              <p:nvPr/>
            </p:nvSpPr>
            <p:spPr>
              <a:xfrm>
                <a:off x="302000" y="382538"/>
                <a:ext cx="8540100" cy="4559400"/>
              </a:xfrm>
              <a:prstGeom prst="roundRect">
                <a:avLst>
                  <a:gd name="adj" fmla="val 2747"/>
                </a:avLst>
              </a:prstGeom>
              <a:solidFill>
                <a:schemeClr val="accent4"/>
              </a:solidFill>
              <a:ln>
                <a:noFill/>
              </a:ln>
              <a:effectLst>
                <a:outerShdw dist="57150" dir="2400000" algn="bl" rotWithShape="0">
                  <a:schemeClr val="dk1">
                    <a:alpha val="7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pic>
            <p:nvPicPr>
              <p:cNvPr id="519" name="Google Shape;519;p13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155350" y="640650"/>
                <a:ext cx="291950" cy="27553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520" name="Google Shape;520;p13"/>
              <p:cNvPicPr preferRelativeResize="0"/>
              <p:nvPr/>
            </p:nvPicPr>
            <p:blipFill rotWithShape="1">
              <a:blip r:embed="rId2">
                <a:alphaModFix/>
              </a:blip>
              <a:srcRect b="53499"/>
              <a:stretch/>
            </p:blipFill>
            <p:spPr>
              <a:xfrm>
                <a:off x="155350" y="3402600"/>
                <a:ext cx="291950" cy="128124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sp>
        <p:nvSpPr>
          <p:cNvPr id="521" name="Google Shape;521;p13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522" name="Google Shape;522;p13"/>
          <p:cNvSpPr txBox="1">
            <a:spLocks noGrp="1"/>
          </p:cNvSpPr>
          <p:nvPr>
            <p:ph type="subTitle" idx="1"/>
          </p:nvPr>
        </p:nvSpPr>
        <p:spPr>
          <a:xfrm>
            <a:off x="1144617" y="2996391"/>
            <a:ext cx="3074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3" name="Google Shape;523;p13"/>
          <p:cNvSpPr txBox="1">
            <a:spLocks noGrp="1"/>
          </p:cNvSpPr>
          <p:nvPr>
            <p:ph type="subTitle" idx="2"/>
          </p:nvPr>
        </p:nvSpPr>
        <p:spPr>
          <a:xfrm>
            <a:off x="4426145" y="2996391"/>
            <a:ext cx="3074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4" name="Google Shape;524;p13"/>
          <p:cNvSpPr txBox="1">
            <a:spLocks noGrp="1"/>
          </p:cNvSpPr>
          <p:nvPr>
            <p:ph type="subTitle" idx="3"/>
          </p:nvPr>
        </p:nvSpPr>
        <p:spPr>
          <a:xfrm>
            <a:off x="1144617" y="5307300"/>
            <a:ext cx="3074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5" name="Google Shape;525;p13"/>
          <p:cNvSpPr txBox="1">
            <a:spLocks noGrp="1"/>
          </p:cNvSpPr>
          <p:nvPr>
            <p:ph type="subTitle" idx="4"/>
          </p:nvPr>
        </p:nvSpPr>
        <p:spPr>
          <a:xfrm>
            <a:off x="4426145" y="5307300"/>
            <a:ext cx="3074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6" name="Google Shape;526;p13"/>
          <p:cNvSpPr txBox="1">
            <a:spLocks noGrp="1"/>
          </p:cNvSpPr>
          <p:nvPr>
            <p:ph type="subTitle" idx="5"/>
          </p:nvPr>
        </p:nvSpPr>
        <p:spPr>
          <a:xfrm>
            <a:off x="7707683" y="2996391"/>
            <a:ext cx="3074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7" name="Google Shape;527;p13"/>
          <p:cNvSpPr txBox="1">
            <a:spLocks noGrp="1"/>
          </p:cNvSpPr>
          <p:nvPr>
            <p:ph type="subTitle" idx="6"/>
          </p:nvPr>
        </p:nvSpPr>
        <p:spPr>
          <a:xfrm>
            <a:off x="7707683" y="5307300"/>
            <a:ext cx="3074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8" name="Google Shape;528;p13"/>
          <p:cNvSpPr txBox="1">
            <a:spLocks noGrp="1"/>
          </p:cNvSpPr>
          <p:nvPr>
            <p:ph type="title" idx="7" hasCustomPrompt="1"/>
          </p:nvPr>
        </p:nvSpPr>
        <p:spPr>
          <a:xfrm>
            <a:off x="2191817" y="1778744"/>
            <a:ext cx="979600" cy="596800"/>
          </a:xfrm>
          <a:prstGeom prst="rect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529" name="Google Shape;529;p13"/>
          <p:cNvSpPr txBox="1">
            <a:spLocks noGrp="1"/>
          </p:cNvSpPr>
          <p:nvPr>
            <p:ph type="title" idx="8" hasCustomPrompt="1"/>
          </p:nvPr>
        </p:nvSpPr>
        <p:spPr>
          <a:xfrm>
            <a:off x="2191817" y="4088872"/>
            <a:ext cx="979600" cy="596800"/>
          </a:xfrm>
          <a:prstGeom prst="rect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530" name="Google Shape;530;p13"/>
          <p:cNvSpPr txBox="1">
            <a:spLocks noGrp="1"/>
          </p:cNvSpPr>
          <p:nvPr>
            <p:ph type="title" idx="9" hasCustomPrompt="1"/>
          </p:nvPr>
        </p:nvSpPr>
        <p:spPr>
          <a:xfrm>
            <a:off x="5473345" y="1778744"/>
            <a:ext cx="979600" cy="596800"/>
          </a:xfrm>
          <a:prstGeom prst="rect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531" name="Google Shape;531;p13"/>
          <p:cNvSpPr txBox="1">
            <a:spLocks noGrp="1"/>
          </p:cNvSpPr>
          <p:nvPr>
            <p:ph type="title" idx="13" hasCustomPrompt="1"/>
          </p:nvPr>
        </p:nvSpPr>
        <p:spPr>
          <a:xfrm>
            <a:off x="5473345" y="4088872"/>
            <a:ext cx="979600" cy="596800"/>
          </a:xfrm>
          <a:prstGeom prst="rect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532" name="Google Shape;532;p13"/>
          <p:cNvSpPr txBox="1">
            <a:spLocks noGrp="1"/>
          </p:cNvSpPr>
          <p:nvPr>
            <p:ph type="title" idx="14" hasCustomPrompt="1"/>
          </p:nvPr>
        </p:nvSpPr>
        <p:spPr>
          <a:xfrm>
            <a:off x="8754883" y="1778744"/>
            <a:ext cx="979600" cy="596800"/>
          </a:xfrm>
          <a:prstGeom prst="rect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533" name="Google Shape;533;p13"/>
          <p:cNvSpPr txBox="1">
            <a:spLocks noGrp="1"/>
          </p:cNvSpPr>
          <p:nvPr>
            <p:ph type="title" idx="15" hasCustomPrompt="1"/>
          </p:nvPr>
        </p:nvSpPr>
        <p:spPr>
          <a:xfrm>
            <a:off x="8754883" y="4088872"/>
            <a:ext cx="979600" cy="596800"/>
          </a:xfrm>
          <a:prstGeom prst="rect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534" name="Google Shape;534;p13"/>
          <p:cNvSpPr txBox="1">
            <a:spLocks noGrp="1"/>
          </p:cNvSpPr>
          <p:nvPr>
            <p:ph type="subTitle" idx="16"/>
          </p:nvPr>
        </p:nvSpPr>
        <p:spPr>
          <a:xfrm>
            <a:off x="1144617" y="2436664"/>
            <a:ext cx="3074000" cy="7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2667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9pPr>
          </a:lstStyle>
          <a:p>
            <a:endParaRPr/>
          </a:p>
        </p:txBody>
      </p:sp>
      <p:sp>
        <p:nvSpPr>
          <p:cNvPr id="535" name="Google Shape;535;p13"/>
          <p:cNvSpPr txBox="1">
            <a:spLocks noGrp="1"/>
          </p:cNvSpPr>
          <p:nvPr>
            <p:ph type="subTitle" idx="17"/>
          </p:nvPr>
        </p:nvSpPr>
        <p:spPr>
          <a:xfrm>
            <a:off x="4426145" y="2436664"/>
            <a:ext cx="3074000" cy="7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2667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9pPr>
          </a:lstStyle>
          <a:p>
            <a:endParaRPr/>
          </a:p>
        </p:txBody>
      </p:sp>
      <p:sp>
        <p:nvSpPr>
          <p:cNvPr id="536" name="Google Shape;536;p13"/>
          <p:cNvSpPr txBox="1">
            <a:spLocks noGrp="1"/>
          </p:cNvSpPr>
          <p:nvPr>
            <p:ph type="subTitle" idx="18"/>
          </p:nvPr>
        </p:nvSpPr>
        <p:spPr>
          <a:xfrm>
            <a:off x="7707683" y="2436664"/>
            <a:ext cx="3074000" cy="7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2667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9pPr>
          </a:lstStyle>
          <a:p>
            <a:endParaRPr/>
          </a:p>
        </p:txBody>
      </p:sp>
      <p:sp>
        <p:nvSpPr>
          <p:cNvPr id="537" name="Google Shape;537;p13"/>
          <p:cNvSpPr txBox="1">
            <a:spLocks noGrp="1"/>
          </p:cNvSpPr>
          <p:nvPr>
            <p:ph type="subTitle" idx="19"/>
          </p:nvPr>
        </p:nvSpPr>
        <p:spPr>
          <a:xfrm>
            <a:off x="1144617" y="4746900"/>
            <a:ext cx="3074000" cy="7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2667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9pPr>
          </a:lstStyle>
          <a:p>
            <a:endParaRPr/>
          </a:p>
        </p:txBody>
      </p:sp>
      <p:sp>
        <p:nvSpPr>
          <p:cNvPr id="538" name="Google Shape;538;p13"/>
          <p:cNvSpPr txBox="1">
            <a:spLocks noGrp="1"/>
          </p:cNvSpPr>
          <p:nvPr>
            <p:ph type="subTitle" idx="20"/>
          </p:nvPr>
        </p:nvSpPr>
        <p:spPr>
          <a:xfrm>
            <a:off x="4426145" y="4746900"/>
            <a:ext cx="3074000" cy="7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2667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9pPr>
          </a:lstStyle>
          <a:p>
            <a:endParaRPr/>
          </a:p>
        </p:txBody>
      </p:sp>
      <p:sp>
        <p:nvSpPr>
          <p:cNvPr id="539" name="Google Shape;539;p13"/>
          <p:cNvSpPr txBox="1">
            <a:spLocks noGrp="1"/>
          </p:cNvSpPr>
          <p:nvPr>
            <p:ph type="subTitle" idx="21"/>
          </p:nvPr>
        </p:nvSpPr>
        <p:spPr>
          <a:xfrm>
            <a:off x="7707683" y="4746900"/>
            <a:ext cx="3074000" cy="7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2667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8240159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1" name="Google Shape;541;p14"/>
          <p:cNvGrpSpPr/>
          <p:nvPr/>
        </p:nvGrpSpPr>
        <p:grpSpPr>
          <a:xfrm>
            <a:off x="-11600" y="5000"/>
            <a:ext cx="12215200" cy="6880400"/>
            <a:chOff x="-8700" y="3750"/>
            <a:chExt cx="9161400" cy="5160300"/>
          </a:xfrm>
        </p:grpSpPr>
        <p:grpSp>
          <p:nvGrpSpPr>
            <p:cNvPr id="542" name="Google Shape;542;p14"/>
            <p:cNvGrpSpPr/>
            <p:nvPr/>
          </p:nvGrpSpPr>
          <p:grpSpPr>
            <a:xfrm>
              <a:off x="334175" y="3750"/>
              <a:ext cx="8475647" cy="5160300"/>
              <a:chOff x="334175" y="3750"/>
              <a:chExt cx="8475647" cy="5160300"/>
            </a:xfrm>
          </p:grpSpPr>
          <p:cxnSp>
            <p:nvCxnSpPr>
              <p:cNvPr id="543" name="Google Shape;543;p14"/>
              <p:cNvCxnSpPr/>
              <p:nvPr/>
            </p:nvCxnSpPr>
            <p:spPr>
              <a:xfrm>
                <a:off x="33417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44" name="Google Shape;544;p14"/>
              <p:cNvCxnSpPr/>
              <p:nvPr/>
            </p:nvCxnSpPr>
            <p:spPr>
              <a:xfrm>
                <a:off x="68732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45" name="Google Shape;545;p14"/>
              <p:cNvCxnSpPr/>
              <p:nvPr/>
            </p:nvCxnSpPr>
            <p:spPr>
              <a:xfrm>
                <a:off x="104047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46" name="Google Shape;546;p14"/>
              <p:cNvCxnSpPr/>
              <p:nvPr/>
            </p:nvCxnSpPr>
            <p:spPr>
              <a:xfrm>
                <a:off x="139363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47" name="Google Shape;547;p14"/>
              <p:cNvCxnSpPr/>
              <p:nvPr/>
            </p:nvCxnSpPr>
            <p:spPr>
              <a:xfrm>
                <a:off x="174678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48" name="Google Shape;548;p14"/>
              <p:cNvCxnSpPr/>
              <p:nvPr/>
            </p:nvCxnSpPr>
            <p:spPr>
              <a:xfrm>
                <a:off x="209993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49" name="Google Shape;549;p14"/>
              <p:cNvCxnSpPr/>
              <p:nvPr/>
            </p:nvCxnSpPr>
            <p:spPr>
              <a:xfrm>
                <a:off x="245308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50" name="Google Shape;550;p14"/>
              <p:cNvCxnSpPr/>
              <p:nvPr/>
            </p:nvCxnSpPr>
            <p:spPr>
              <a:xfrm>
                <a:off x="280623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51" name="Google Shape;551;p14"/>
              <p:cNvCxnSpPr/>
              <p:nvPr/>
            </p:nvCxnSpPr>
            <p:spPr>
              <a:xfrm>
                <a:off x="315939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52" name="Google Shape;552;p14"/>
              <p:cNvCxnSpPr/>
              <p:nvPr/>
            </p:nvCxnSpPr>
            <p:spPr>
              <a:xfrm>
                <a:off x="351254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53" name="Google Shape;553;p14"/>
              <p:cNvCxnSpPr/>
              <p:nvPr/>
            </p:nvCxnSpPr>
            <p:spPr>
              <a:xfrm>
                <a:off x="386569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54" name="Google Shape;554;p14"/>
              <p:cNvCxnSpPr/>
              <p:nvPr/>
            </p:nvCxnSpPr>
            <p:spPr>
              <a:xfrm>
                <a:off x="421884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55" name="Google Shape;555;p14"/>
              <p:cNvCxnSpPr/>
              <p:nvPr/>
            </p:nvCxnSpPr>
            <p:spPr>
              <a:xfrm>
                <a:off x="457199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56" name="Google Shape;556;p14"/>
              <p:cNvCxnSpPr/>
              <p:nvPr/>
            </p:nvCxnSpPr>
            <p:spPr>
              <a:xfrm>
                <a:off x="492515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57" name="Google Shape;557;p14"/>
              <p:cNvCxnSpPr/>
              <p:nvPr/>
            </p:nvCxnSpPr>
            <p:spPr>
              <a:xfrm>
                <a:off x="527830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58" name="Google Shape;558;p14"/>
              <p:cNvCxnSpPr/>
              <p:nvPr/>
            </p:nvCxnSpPr>
            <p:spPr>
              <a:xfrm>
                <a:off x="563145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59" name="Google Shape;559;p14"/>
              <p:cNvCxnSpPr/>
              <p:nvPr/>
            </p:nvCxnSpPr>
            <p:spPr>
              <a:xfrm>
                <a:off x="598460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60" name="Google Shape;560;p14"/>
              <p:cNvCxnSpPr/>
              <p:nvPr/>
            </p:nvCxnSpPr>
            <p:spPr>
              <a:xfrm>
                <a:off x="633775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61" name="Google Shape;561;p14"/>
              <p:cNvCxnSpPr/>
              <p:nvPr/>
            </p:nvCxnSpPr>
            <p:spPr>
              <a:xfrm>
                <a:off x="669091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62" name="Google Shape;562;p14"/>
              <p:cNvCxnSpPr/>
              <p:nvPr/>
            </p:nvCxnSpPr>
            <p:spPr>
              <a:xfrm>
                <a:off x="704406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63" name="Google Shape;563;p14"/>
              <p:cNvCxnSpPr/>
              <p:nvPr/>
            </p:nvCxnSpPr>
            <p:spPr>
              <a:xfrm>
                <a:off x="739721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64" name="Google Shape;564;p14"/>
              <p:cNvCxnSpPr/>
              <p:nvPr/>
            </p:nvCxnSpPr>
            <p:spPr>
              <a:xfrm>
                <a:off x="775036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65" name="Google Shape;565;p14"/>
              <p:cNvCxnSpPr/>
              <p:nvPr/>
            </p:nvCxnSpPr>
            <p:spPr>
              <a:xfrm>
                <a:off x="810351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66" name="Google Shape;566;p14"/>
              <p:cNvCxnSpPr/>
              <p:nvPr/>
            </p:nvCxnSpPr>
            <p:spPr>
              <a:xfrm>
                <a:off x="845667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67" name="Google Shape;567;p14"/>
              <p:cNvCxnSpPr/>
              <p:nvPr/>
            </p:nvCxnSpPr>
            <p:spPr>
              <a:xfrm>
                <a:off x="880982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568" name="Google Shape;568;p14"/>
            <p:cNvCxnSpPr/>
            <p:nvPr/>
          </p:nvCxnSpPr>
          <p:spPr>
            <a:xfrm>
              <a:off x="-8700" y="2926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69" name="Google Shape;569;p14"/>
            <p:cNvCxnSpPr/>
            <p:nvPr/>
          </p:nvCxnSpPr>
          <p:spPr>
            <a:xfrm>
              <a:off x="-8700" y="7034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70" name="Google Shape;570;p14"/>
            <p:cNvCxnSpPr/>
            <p:nvPr/>
          </p:nvCxnSpPr>
          <p:spPr>
            <a:xfrm>
              <a:off x="-8700" y="10523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71" name="Google Shape;571;p14"/>
            <p:cNvCxnSpPr/>
            <p:nvPr/>
          </p:nvCxnSpPr>
          <p:spPr>
            <a:xfrm>
              <a:off x="-8700" y="14631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72" name="Google Shape;572;p14"/>
            <p:cNvCxnSpPr/>
            <p:nvPr/>
          </p:nvCxnSpPr>
          <p:spPr>
            <a:xfrm>
              <a:off x="-8700" y="18345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73" name="Google Shape;573;p14"/>
            <p:cNvCxnSpPr/>
            <p:nvPr/>
          </p:nvCxnSpPr>
          <p:spPr>
            <a:xfrm>
              <a:off x="-8700" y="22453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74" name="Google Shape;574;p14"/>
            <p:cNvCxnSpPr/>
            <p:nvPr/>
          </p:nvCxnSpPr>
          <p:spPr>
            <a:xfrm>
              <a:off x="-8700" y="25942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75" name="Google Shape;575;p14"/>
            <p:cNvCxnSpPr/>
            <p:nvPr/>
          </p:nvCxnSpPr>
          <p:spPr>
            <a:xfrm>
              <a:off x="-8700" y="30050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76" name="Google Shape;576;p14"/>
            <p:cNvCxnSpPr/>
            <p:nvPr/>
          </p:nvCxnSpPr>
          <p:spPr>
            <a:xfrm>
              <a:off x="-8700" y="33764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77" name="Google Shape;577;p14"/>
            <p:cNvCxnSpPr/>
            <p:nvPr/>
          </p:nvCxnSpPr>
          <p:spPr>
            <a:xfrm>
              <a:off x="-8700" y="37872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78" name="Google Shape;578;p14"/>
            <p:cNvCxnSpPr/>
            <p:nvPr/>
          </p:nvCxnSpPr>
          <p:spPr>
            <a:xfrm>
              <a:off x="-8700" y="41361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79" name="Google Shape;579;p14"/>
            <p:cNvCxnSpPr/>
            <p:nvPr/>
          </p:nvCxnSpPr>
          <p:spPr>
            <a:xfrm>
              <a:off x="-8700" y="45470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80" name="Google Shape;580;p14"/>
            <p:cNvCxnSpPr/>
            <p:nvPr/>
          </p:nvCxnSpPr>
          <p:spPr>
            <a:xfrm>
              <a:off x="-8700" y="48508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581" name="Google Shape;581;p14"/>
          <p:cNvGrpSpPr/>
          <p:nvPr/>
        </p:nvGrpSpPr>
        <p:grpSpPr>
          <a:xfrm>
            <a:off x="366955" y="155451"/>
            <a:ext cx="11208224" cy="6320500"/>
            <a:chOff x="155350" y="201563"/>
            <a:chExt cx="8686750" cy="4740375"/>
          </a:xfrm>
        </p:grpSpPr>
        <p:sp>
          <p:nvSpPr>
            <p:cNvPr id="582" name="Google Shape;582;p14"/>
            <p:cNvSpPr/>
            <p:nvPr/>
          </p:nvSpPr>
          <p:spPr>
            <a:xfrm>
              <a:off x="8494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83" name="Google Shape;583;p14"/>
            <p:cNvSpPr/>
            <p:nvPr/>
          </p:nvSpPr>
          <p:spPr>
            <a:xfrm>
              <a:off x="27723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584" name="Google Shape;584;p14"/>
            <p:cNvGrpSpPr/>
            <p:nvPr/>
          </p:nvGrpSpPr>
          <p:grpSpPr>
            <a:xfrm>
              <a:off x="155350" y="382538"/>
              <a:ext cx="8686750" cy="4559400"/>
              <a:chOff x="155350" y="382538"/>
              <a:chExt cx="8686750" cy="4559400"/>
            </a:xfrm>
          </p:grpSpPr>
          <p:sp>
            <p:nvSpPr>
              <p:cNvPr id="585" name="Google Shape;585;p14"/>
              <p:cNvSpPr/>
              <p:nvPr/>
            </p:nvSpPr>
            <p:spPr>
              <a:xfrm>
                <a:off x="302000" y="382538"/>
                <a:ext cx="8540100" cy="4559400"/>
              </a:xfrm>
              <a:prstGeom prst="roundRect">
                <a:avLst>
                  <a:gd name="adj" fmla="val 2747"/>
                </a:avLst>
              </a:prstGeom>
              <a:solidFill>
                <a:schemeClr val="accent4"/>
              </a:solidFill>
              <a:ln>
                <a:noFill/>
              </a:ln>
              <a:effectLst>
                <a:outerShdw dist="57150" dir="2400000" algn="bl" rotWithShape="0">
                  <a:schemeClr val="dk1">
                    <a:alpha val="7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pic>
            <p:nvPicPr>
              <p:cNvPr id="586" name="Google Shape;586;p14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155350" y="640650"/>
                <a:ext cx="291950" cy="27553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587" name="Google Shape;587;p14"/>
              <p:cNvPicPr preferRelativeResize="0"/>
              <p:nvPr/>
            </p:nvPicPr>
            <p:blipFill rotWithShape="1">
              <a:blip r:embed="rId2">
                <a:alphaModFix/>
              </a:blip>
              <a:srcRect b="53499"/>
              <a:stretch/>
            </p:blipFill>
            <p:spPr>
              <a:xfrm>
                <a:off x="155350" y="3402600"/>
                <a:ext cx="291950" cy="128124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sp>
        <p:nvSpPr>
          <p:cNvPr id="588" name="Google Shape;588;p14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0496154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spTree>
      <p:nvGrpSpPr>
        <p:cNvPr id="1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0" name="Google Shape;590;p15"/>
          <p:cNvGrpSpPr/>
          <p:nvPr/>
        </p:nvGrpSpPr>
        <p:grpSpPr>
          <a:xfrm>
            <a:off x="-11600" y="5000"/>
            <a:ext cx="12215200" cy="6880400"/>
            <a:chOff x="-8700" y="3750"/>
            <a:chExt cx="9161400" cy="5160300"/>
          </a:xfrm>
        </p:grpSpPr>
        <p:grpSp>
          <p:nvGrpSpPr>
            <p:cNvPr id="591" name="Google Shape;591;p15"/>
            <p:cNvGrpSpPr/>
            <p:nvPr/>
          </p:nvGrpSpPr>
          <p:grpSpPr>
            <a:xfrm>
              <a:off x="334175" y="3750"/>
              <a:ext cx="8475647" cy="5160300"/>
              <a:chOff x="334175" y="3750"/>
              <a:chExt cx="8475647" cy="5160300"/>
            </a:xfrm>
          </p:grpSpPr>
          <p:cxnSp>
            <p:nvCxnSpPr>
              <p:cNvPr id="592" name="Google Shape;592;p15"/>
              <p:cNvCxnSpPr/>
              <p:nvPr/>
            </p:nvCxnSpPr>
            <p:spPr>
              <a:xfrm>
                <a:off x="33417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3" name="Google Shape;593;p15"/>
              <p:cNvCxnSpPr/>
              <p:nvPr/>
            </p:nvCxnSpPr>
            <p:spPr>
              <a:xfrm>
                <a:off x="68732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4" name="Google Shape;594;p15"/>
              <p:cNvCxnSpPr/>
              <p:nvPr/>
            </p:nvCxnSpPr>
            <p:spPr>
              <a:xfrm>
                <a:off x="104047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5" name="Google Shape;595;p15"/>
              <p:cNvCxnSpPr/>
              <p:nvPr/>
            </p:nvCxnSpPr>
            <p:spPr>
              <a:xfrm>
                <a:off x="139363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6" name="Google Shape;596;p15"/>
              <p:cNvCxnSpPr/>
              <p:nvPr/>
            </p:nvCxnSpPr>
            <p:spPr>
              <a:xfrm>
                <a:off x="174678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7" name="Google Shape;597;p15"/>
              <p:cNvCxnSpPr/>
              <p:nvPr/>
            </p:nvCxnSpPr>
            <p:spPr>
              <a:xfrm>
                <a:off x="209993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8" name="Google Shape;598;p15"/>
              <p:cNvCxnSpPr/>
              <p:nvPr/>
            </p:nvCxnSpPr>
            <p:spPr>
              <a:xfrm>
                <a:off x="245308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9" name="Google Shape;599;p15"/>
              <p:cNvCxnSpPr/>
              <p:nvPr/>
            </p:nvCxnSpPr>
            <p:spPr>
              <a:xfrm>
                <a:off x="280623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0" name="Google Shape;600;p15"/>
              <p:cNvCxnSpPr/>
              <p:nvPr/>
            </p:nvCxnSpPr>
            <p:spPr>
              <a:xfrm>
                <a:off x="315939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1" name="Google Shape;601;p15"/>
              <p:cNvCxnSpPr/>
              <p:nvPr/>
            </p:nvCxnSpPr>
            <p:spPr>
              <a:xfrm>
                <a:off x="351254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2" name="Google Shape;602;p15"/>
              <p:cNvCxnSpPr/>
              <p:nvPr/>
            </p:nvCxnSpPr>
            <p:spPr>
              <a:xfrm>
                <a:off x="386569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3" name="Google Shape;603;p15"/>
              <p:cNvCxnSpPr/>
              <p:nvPr/>
            </p:nvCxnSpPr>
            <p:spPr>
              <a:xfrm>
                <a:off x="421884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4" name="Google Shape;604;p15"/>
              <p:cNvCxnSpPr/>
              <p:nvPr/>
            </p:nvCxnSpPr>
            <p:spPr>
              <a:xfrm>
                <a:off x="457199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5" name="Google Shape;605;p15"/>
              <p:cNvCxnSpPr/>
              <p:nvPr/>
            </p:nvCxnSpPr>
            <p:spPr>
              <a:xfrm>
                <a:off x="492515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6" name="Google Shape;606;p15"/>
              <p:cNvCxnSpPr/>
              <p:nvPr/>
            </p:nvCxnSpPr>
            <p:spPr>
              <a:xfrm>
                <a:off x="527830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7" name="Google Shape;607;p15"/>
              <p:cNvCxnSpPr/>
              <p:nvPr/>
            </p:nvCxnSpPr>
            <p:spPr>
              <a:xfrm>
                <a:off x="563145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8" name="Google Shape;608;p15"/>
              <p:cNvCxnSpPr/>
              <p:nvPr/>
            </p:nvCxnSpPr>
            <p:spPr>
              <a:xfrm>
                <a:off x="598460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9" name="Google Shape;609;p15"/>
              <p:cNvCxnSpPr/>
              <p:nvPr/>
            </p:nvCxnSpPr>
            <p:spPr>
              <a:xfrm>
                <a:off x="633775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0" name="Google Shape;610;p15"/>
              <p:cNvCxnSpPr/>
              <p:nvPr/>
            </p:nvCxnSpPr>
            <p:spPr>
              <a:xfrm>
                <a:off x="669091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1" name="Google Shape;611;p15"/>
              <p:cNvCxnSpPr/>
              <p:nvPr/>
            </p:nvCxnSpPr>
            <p:spPr>
              <a:xfrm>
                <a:off x="704406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2" name="Google Shape;612;p15"/>
              <p:cNvCxnSpPr/>
              <p:nvPr/>
            </p:nvCxnSpPr>
            <p:spPr>
              <a:xfrm>
                <a:off x="739721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3" name="Google Shape;613;p15"/>
              <p:cNvCxnSpPr/>
              <p:nvPr/>
            </p:nvCxnSpPr>
            <p:spPr>
              <a:xfrm>
                <a:off x="775036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4" name="Google Shape;614;p15"/>
              <p:cNvCxnSpPr/>
              <p:nvPr/>
            </p:nvCxnSpPr>
            <p:spPr>
              <a:xfrm>
                <a:off x="810351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5" name="Google Shape;615;p15"/>
              <p:cNvCxnSpPr/>
              <p:nvPr/>
            </p:nvCxnSpPr>
            <p:spPr>
              <a:xfrm>
                <a:off x="845667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16" name="Google Shape;616;p15"/>
              <p:cNvCxnSpPr/>
              <p:nvPr/>
            </p:nvCxnSpPr>
            <p:spPr>
              <a:xfrm>
                <a:off x="880982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617" name="Google Shape;617;p15"/>
            <p:cNvCxnSpPr/>
            <p:nvPr/>
          </p:nvCxnSpPr>
          <p:spPr>
            <a:xfrm>
              <a:off x="-8700" y="2926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18" name="Google Shape;618;p15"/>
            <p:cNvCxnSpPr/>
            <p:nvPr/>
          </p:nvCxnSpPr>
          <p:spPr>
            <a:xfrm>
              <a:off x="-8700" y="7034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19" name="Google Shape;619;p15"/>
            <p:cNvCxnSpPr/>
            <p:nvPr/>
          </p:nvCxnSpPr>
          <p:spPr>
            <a:xfrm>
              <a:off x="-8700" y="10523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20" name="Google Shape;620;p15"/>
            <p:cNvCxnSpPr/>
            <p:nvPr/>
          </p:nvCxnSpPr>
          <p:spPr>
            <a:xfrm>
              <a:off x="-8700" y="14631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21" name="Google Shape;621;p15"/>
            <p:cNvCxnSpPr/>
            <p:nvPr/>
          </p:nvCxnSpPr>
          <p:spPr>
            <a:xfrm>
              <a:off x="-8700" y="18345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22" name="Google Shape;622;p15"/>
            <p:cNvCxnSpPr/>
            <p:nvPr/>
          </p:nvCxnSpPr>
          <p:spPr>
            <a:xfrm>
              <a:off x="-8700" y="22453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23" name="Google Shape;623;p15"/>
            <p:cNvCxnSpPr/>
            <p:nvPr/>
          </p:nvCxnSpPr>
          <p:spPr>
            <a:xfrm>
              <a:off x="-8700" y="25942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24" name="Google Shape;624;p15"/>
            <p:cNvCxnSpPr/>
            <p:nvPr/>
          </p:nvCxnSpPr>
          <p:spPr>
            <a:xfrm>
              <a:off x="-8700" y="30050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25" name="Google Shape;625;p15"/>
            <p:cNvCxnSpPr/>
            <p:nvPr/>
          </p:nvCxnSpPr>
          <p:spPr>
            <a:xfrm>
              <a:off x="-8700" y="33764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26" name="Google Shape;626;p15"/>
            <p:cNvCxnSpPr/>
            <p:nvPr/>
          </p:nvCxnSpPr>
          <p:spPr>
            <a:xfrm>
              <a:off x="-8700" y="37872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27" name="Google Shape;627;p15"/>
            <p:cNvCxnSpPr/>
            <p:nvPr/>
          </p:nvCxnSpPr>
          <p:spPr>
            <a:xfrm>
              <a:off x="-8700" y="41361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28" name="Google Shape;628;p15"/>
            <p:cNvCxnSpPr/>
            <p:nvPr/>
          </p:nvCxnSpPr>
          <p:spPr>
            <a:xfrm>
              <a:off x="-8700" y="45470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29" name="Google Shape;629;p15"/>
            <p:cNvCxnSpPr/>
            <p:nvPr/>
          </p:nvCxnSpPr>
          <p:spPr>
            <a:xfrm>
              <a:off x="-8700" y="48508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630" name="Google Shape;630;p15"/>
          <p:cNvGrpSpPr/>
          <p:nvPr/>
        </p:nvGrpSpPr>
        <p:grpSpPr>
          <a:xfrm>
            <a:off x="366955" y="405600"/>
            <a:ext cx="11512845" cy="6079200"/>
            <a:chOff x="275216" y="304200"/>
            <a:chExt cx="8634634" cy="4559400"/>
          </a:xfrm>
        </p:grpSpPr>
        <p:grpSp>
          <p:nvGrpSpPr>
            <p:cNvPr id="631" name="Google Shape;631;p15"/>
            <p:cNvGrpSpPr/>
            <p:nvPr/>
          </p:nvGrpSpPr>
          <p:grpSpPr>
            <a:xfrm>
              <a:off x="275216" y="304200"/>
              <a:ext cx="8406168" cy="4559400"/>
              <a:chOff x="155350" y="382538"/>
              <a:chExt cx="8686750" cy="4559400"/>
            </a:xfrm>
          </p:grpSpPr>
          <p:sp>
            <p:nvSpPr>
              <p:cNvPr id="632" name="Google Shape;632;p15"/>
              <p:cNvSpPr/>
              <p:nvPr/>
            </p:nvSpPr>
            <p:spPr>
              <a:xfrm>
                <a:off x="302000" y="382538"/>
                <a:ext cx="8540100" cy="4559400"/>
              </a:xfrm>
              <a:prstGeom prst="roundRect">
                <a:avLst>
                  <a:gd name="adj" fmla="val 2747"/>
                </a:avLst>
              </a:prstGeom>
              <a:solidFill>
                <a:schemeClr val="accent4"/>
              </a:solidFill>
              <a:ln>
                <a:noFill/>
              </a:ln>
              <a:effectLst>
                <a:outerShdw dist="57150" dir="2400000" algn="bl" rotWithShape="0">
                  <a:schemeClr val="dk1">
                    <a:alpha val="7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pic>
            <p:nvPicPr>
              <p:cNvPr id="633" name="Google Shape;633;p15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155350" y="640650"/>
                <a:ext cx="291950" cy="27553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34" name="Google Shape;634;p15"/>
              <p:cNvPicPr preferRelativeResize="0"/>
              <p:nvPr/>
            </p:nvPicPr>
            <p:blipFill rotWithShape="1">
              <a:blip r:embed="rId2">
                <a:alphaModFix/>
              </a:blip>
              <a:srcRect b="53499"/>
              <a:stretch/>
            </p:blipFill>
            <p:spPr>
              <a:xfrm>
                <a:off x="155350" y="3402600"/>
                <a:ext cx="291950" cy="128124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635" name="Google Shape;635;p15"/>
            <p:cNvSpPr/>
            <p:nvPr/>
          </p:nvSpPr>
          <p:spPr>
            <a:xfrm rot="5400000">
              <a:off x="8438250" y="1016977"/>
              <a:ext cx="7146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36" name="Google Shape;636;p15"/>
            <p:cNvSpPr/>
            <p:nvPr/>
          </p:nvSpPr>
          <p:spPr>
            <a:xfrm rot="5400000">
              <a:off x="8438250" y="2648777"/>
              <a:ext cx="7146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37" name="Google Shape;637;p15"/>
            <p:cNvSpPr/>
            <p:nvPr/>
          </p:nvSpPr>
          <p:spPr>
            <a:xfrm rot="5400000">
              <a:off x="8447100" y="3464675"/>
              <a:ext cx="6969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638" name="Google Shape;638;p15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5725572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0" name="Google Shape;640;p16"/>
          <p:cNvGrpSpPr/>
          <p:nvPr/>
        </p:nvGrpSpPr>
        <p:grpSpPr>
          <a:xfrm>
            <a:off x="-11600" y="5000"/>
            <a:ext cx="12215200" cy="6880400"/>
            <a:chOff x="-8700" y="3750"/>
            <a:chExt cx="9161400" cy="5160300"/>
          </a:xfrm>
        </p:grpSpPr>
        <p:grpSp>
          <p:nvGrpSpPr>
            <p:cNvPr id="641" name="Google Shape;641;p16"/>
            <p:cNvGrpSpPr/>
            <p:nvPr/>
          </p:nvGrpSpPr>
          <p:grpSpPr>
            <a:xfrm>
              <a:off x="334175" y="3750"/>
              <a:ext cx="8475647" cy="5160300"/>
              <a:chOff x="334175" y="3750"/>
              <a:chExt cx="8475647" cy="5160300"/>
            </a:xfrm>
          </p:grpSpPr>
          <p:cxnSp>
            <p:nvCxnSpPr>
              <p:cNvPr id="642" name="Google Shape;642;p16"/>
              <p:cNvCxnSpPr/>
              <p:nvPr/>
            </p:nvCxnSpPr>
            <p:spPr>
              <a:xfrm>
                <a:off x="33417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3" name="Google Shape;643;p16"/>
              <p:cNvCxnSpPr/>
              <p:nvPr/>
            </p:nvCxnSpPr>
            <p:spPr>
              <a:xfrm>
                <a:off x="68732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4" name="Google Shape;644;p16"/>
              <p:cNvCxnSpPr/>
              <p:nvPr/>
            </p:nvCxnSpPr>
            <p:spPr>
              <a:xfrm>
                <a:off x="104047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16"/>
              <p:cNvCxnSpPr/>
              <p:nvPr/>
            </p:nvCxnSpPr>
            <p:spPr>
              <a:xfrm>
                <a:off x="139363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16"/>
              <p:cNvCxnSpPr/>
              <p:nvPr/>
            </p:nvCxnSpPr>
            <p:spPr>
              <a:xfrm>
                <a:off x="174678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16"/>
              <p:cNvCxnSpPr/>
              <p:nvPr/>
            </p:nvCxnSpPr>
            <p:spPr>
              <a:xfrm>
                <a:off x="209993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16"/>
              <p:cNvCxnSpPr/>
              <p:nvPr/>
            </p:nvCxnSpPr>
            <p:spPr>
              <a:xfrm>
                <a:off x="245308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9" name="Google Shape;649;p16"/>
              <p:cNvCxnSpPr/>
              <p:nvPr/>
            </p:nvCxnSpPr>
            <p:spPr>
              <a:xfrm>
                <a:off x="280623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50" name="Google Shape;650;p16"/>
              <p:cNvCxnSpPr/>
              <p:nvPr/>
            </p:nvCxnSpPr>
            <p:spPr>
              <a:xfrm>
                <a:off x="315939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51" name="Google Shape;651;p16"/>
              <p:cNvCxnSpPr/>
              <p:nvPr/>
            </p:nvCxnSpPr>
            <p:spPr>
              <a:xfrm>
                <a:off x="351254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52" name="Google Shape;652;p16"/>
              <p:cNvCxnSpPr/>
              <p:nvPr/>
            </p:nvCxnSpPr>
            <p:spPr>
              <a:xfrm>
                <a:off x="386569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53" name="Google Shape;653;p16"/>
              <p:cNvCxnSpPr/>
              <p:nvPr/>
            </p:nvCxnSpPr>
            <p:spPr>
              <a:xfrm>
                <a:off x="421884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54" name="Google Shape;654;p16"/>
              <p:cNvCxnSpPr/>
              <p:nvPr/>
            </p:nvCxnSpPr>
            <p:spPr>
              <a:xfrm>
                <a:off x="457199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55" name="Google Shape;655;p16"/>
              <p:cNvCxnSpPr/>
              <p:nvPr/>
            </p:nvCxnSpPr>
            <p:spPr>
              <a:xfrm>
                <a:off x="492515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56" name="Google Shape;656;p16"/>
              <p:cNvCxnSpPr/>
              <p:nvPr/>
            </p:nvCxnSpPr>
            <p:spPr>
              <a:xfrm>
                <a:off x="527830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57" name="Google Shape;657;p16"/>
              <p:cNvCxnSpPr/>
              <p:nvPr/>
            </p:nvCxnSpPr>
            <p:spPr>
              <a:xfrm>
                <a:off x="563145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58" name="Google Shape;658;p16"/>
              <p:cNvCxnSpPr/>
              <p:nvPr/>
            </p:nvCxnSpPr>
            <p:spPr>
              <a:xfrm>
                <a:off x="598460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59" name="Google Shape;659;p16"/>
              <p:cNvCxnSpPr/>
              <p:nvPr/>
            </p:nvCxnSpPr>
            <p:spPr>
              <a:xfrm>
                <a:off x="633775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60" name="Google Shape;660;p16"/>
              <p:cNvCxnSpPr/>
              <p:nvPr/>
            </p:nvCxnSpPr>
            <p:spPr>
              <a:xfrm>
                <a:off x="669091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61" name="Google Shape;661;p16"/>
              <p:cNvCxnSpPr/>
              <p:nvPr/>
            </p:nvCxnSpPr>
            <p:spPr>
              <a:xfrm>
                <a:off x="704406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62" name="Google Shape;662;p16"/>
              <p:cNvCxnSpPr/>
              <p:nvPr/>
            </p:nvCxnSpPr>
            <p:spPr>
              <a:xfrm>
                <a:off x="739721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63" name="Google Shape;663;p16"/>
              <p:cNvCxnSpPr/>
              <p:nvPr/>
            </p:nvCxnSpPr>
            <p:spPr>
              <a:xfrm>
                <a:off x="775036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64" name="Google Shape;664;p16"/>
              <p:cNvCxnSpPr/>
              <p:nvPr/>
            </p:nvCxnSpPr>
            <p:spPr>
              <a:xfrm>
                <a:off x="810351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65" name="Google Shape;665;p16"/>
              <p:cNvCxnSpPr/>
              <p:nvPr/>
            </p:nvCxnSpPr>
            <p:spPr>
              <a:xfrm>
                <a:off x="845667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66" name="Google Shape;666;p16"/>
              <p:cNvCxnSpPr/>
              <p:nvPr/>
            </p:nvCxnSpPr>
            <p:spPr>
              <a:xfrm>
                <a:off x="880982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667" name="Google Shape;667;p16"/>
            <p:cNvCxnSpPr/>
            <p:nvPr/>
          </p:nvCxnSpPr>
          <p:spPr>
            <a:xfrm>
              <a:off x="-8700" y="2926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68" name="Google Shape;668;p16"/>
            <p:cNvCxnSpPr/>
            <p:nvPr/>
          </p:nvCxnSpPr>
          <p:spPr>
            <a:xfrm>
              <a:off x="-8700" y="7034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69" name="Google Shape;669;p16"/>
            <p:cNvCxnSpPr/>
            <p:nvPr/>
          </p:nvCxnSpPr>
          <p:spPr>
            <a:xfrm>
              <a:off x="-8700" y="10523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70" name="Google Shape;670;p16"/>
            <p:cNvCxnSpPr/>
            <p:nvPr/>
          </p:nvCxnSpPr>
          <p:spPr>
            <a:xfrm>
              <a:off x="-8700" y="14631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71" name="Google Shape;671;p16"/>
            <p:cNvCxnSpPr/>
            <p:nvPr/>
          </p:nvCxnSpPr>
          <p:spPr>
            <a:xfrm>
              <a:off x="-8700" y="18345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72" name="Google Shape;672;p16"/>
            <p:cNvCxnSpPr/>
            <p:nvPr/>
          </p:nvCxnSpPr>
          <p:spPr>
            <a:xfrm>
              <a:off x="-8700" y="22453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73" name="Google Shape;673;p16"/>
            <p:cNvCxnSpPr/>
            <p:nvPr/>
          </p:nvCxnSpPr>
          <p:spPr>
            <a:xfrm>
              <a:off x="-8700" y="25942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74" name="Google Shape;674;p16"/>
            <p:cNvCxnSpPr/>
            <p:nvPr/>
          </p:nvCxnSpPr>
          <p:spPr>
            <a:xfrm>
              <a:off x="-8700" y="30050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75" name="Google Shape;675;p16"/>
            <p:cNvCxnSpPr/>
            <p:nvPr/>
          </p:nvCxnSpPr>
          <p:spPr>
            <a:xfrm>
              <a:off x="-8700" y="33764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76" name="Google Shape;676;p16"/>
            <p:cNvCxnSpPr/>
            <p:nvPr/>
          </p:nvCxnSpPr>
          <p:spPr>
            <a:xfrm>
              <a:off x="-8700" y="37872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77" name="Google Shape;677;p16"/>
            <p:cNvCxnSpPr/>
            <p:nvPr/>
          </p:nvCxnSpPr>
          <p:spPr>
            <a:xfrm>
              <a:off x="-8700" y="41361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78" name="Google Shape;678;p16"/>
            <p:cNvCxnSpPr/>
            <p:nvPr/>
          </p:nvCxnSpPr>
          <p:spPr>
            <a:xfrm>
              <a:off x="-8700" y="45470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79" name="Google Shape;679;p16"/>
            <p:cNvCxnSpPr/>
            <p:nvPr/>
          </p:nvCxnSpPr>
          <p:spPr>
            <a:xfrm>
              <a:off x="-8700" y="48508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680" name="Google Shape;680;p16"/>
          <p:cNvGrpSpPr/>
          <p:nvPr/>
        </p:nvGrpSpPr>
        <p:grpSpPr>
          <a:xfrm>
            <a:off x="366955" y="405600"/>
            <a:ext cx="11512845" cy="6079200"/>
            <a:chOff x="275216" y="304200"/>
            <a:chExt cx="8634634" cy="4559400"/>
          </a:xfrm>
        </p:grpSpPr>
        <p:grpSp>
          <p:nvGrpSpPr>
            <p:cNvPr id="681" name="Google Shape;681;p16"/>
            <p:cNvGrpSpPr/>
            <p:nvPr/>
          </p:nvGrpSpPr>
          <p:grpSpPr>
            <a:xfrm>
              <a:off x="275216" y="304200"/>
              <a:ext cx="8406168" cy="4559400"/>
              <a:chOff x="155350" y="382538"/>
              <a:chExt cx="8686750" cy="4559400"/>
            </a:xfrm>
          </p:grpSpPr>
          <p:sp>
            <p:nvSpPr>
              <p:cNvPr id="682" name="Google Shape;682;p16"/>
              <p:cNvSpPr/>
              <p:nvPr/>
            </p:nvSpPr>
            <p:spPr>
              <a:xfrm>
                <a:off x="302000" y="382538"/>
                <a:ext cx="8540100" cy="4559400"/>
              </a:xfrm>
              <a:prstGeom prst="roundRect">
                <a:avLst>
                  <a:gd name="adj" fmla="val 2747"/>
                </a:avLst>
              </a:prstGeom>
              <a:solidFill>
                <a:schemeClr val="accent4"/>
              </a:solidFill>
              <a:ln>
                <a:noFill/>
              </a:ln>
              <a:effectLst>
                <a:outerShdw dist="57150" dir="2400000" algn="bl" rotWithShape="0">
                  <a:schemeClr val="dk1">
                    <a:alpha val="7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pic>
            <p:nvPicPr>
              <p:cNvPr id="683" name="Google Shape;683;p16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155350" y="640650"/>
                <a:ext cx="291950" cy="27553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684" name="Google Shape;684;p16"/>
              <p:cNvPicPr preferRelativeResize="0"/>
              <p:nvPr/>
            </p:nvPicPr>
            <p:blipFill rotWithShape="1">
              <a:blip r:embed="rId2">
                <a:alphaModFix/>
              </a:blip>
              <a:srcRect b="53499"/>
              <a:stretch/>
            </p:blipFill>
            <p:spPr>
              <a:xfrm>
                <a:off x="155350" y="3402600"/>
                <a:ext cx="291950" cy="128124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685" name="Google Shape;685;p16"/>
            <p:cNvSpPr/>
            <p:nvPr/>
          </p:nvSpPr>
          <p:spPr>
            <a:xfrm rot="5400000">
              <a:off x="8438250" y="1016977"/>
              <a:ext cx="7146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686" name="Google Shape;686;p16"/>
          <p:cNvSpPr txBox="1">
            <a:spLocks noGrp="1"/>
          </p:cNvSpPr>
          <p:nvPr>
            <p:ph type="title"/>
          </p:nvPr>
        </p:nvSpPr>
        <p:spPr>
          <a:xfrm>
            <a:off x="2510384" y="4193184"/>
            <a:ext cx="7171200" cy="8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  <p:sp>
        <p:nvSpPr>
          <p:cNvPr id="687" name="Google Shape;687;p16"/>
          <p:cNvSpPr txBox="1">
            <a:spLocks noGrp="1"/>
          </p:cNvSpPr>
          <p:nvPr>
            <p:ph type="subTitle" idx="1"/>
          </p:nvPr>
        </p:nvSpPr>
        <p:spPr>
          <a:xfrm>
            <a:off x="1635184" y="1782417"/>
            <a:ext cx="8921600" cy="226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8550254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 1">
  <p:cSld name="Encabezado de sección 1">
    <p:spTree>
      <p:nvGrpSpPr>
        <p:cNvPr id="1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9" name="Google Shape;689;p17"/>
          <p:cNvGrpSpPr/>
          <p:nvPr/>
        </p:nvGrpSpPr>
        <p:grpSpPr>
          <a:xfrm>
            <a:off x="-11600" y="5000"/>
            <a:ext cx="12215200" cy="6880400"/>
            <a:chOff x="-8700" y="3750"/>
            <a:chExt cx="9161400" cy="5160300"/>
          </a:xfrm>
        </p:grpSpPr>
        <p:grpSp>
          <p:nvGrpSpPr>
            <p:cNvPr id="690" name="Google Shape;690;p17"/>
            <p:cNvGrpSpPr/>
            <p:nvPr/>
          </p:nvGrpSpPr>
          <p:grpSpPr>
            <a:xfrm>
              <a:off x="334175" y="3750"/>
              <a:ext cx="8475647" cy="5160300"/>
              <a:chOff x="334175" y="3750"/>
              <a:chExt cx="8475647" cy="5160300"/>
            </a:xfrm>
          </p:grpSpPr>
          <p:cxnSp>
            <p:nvCxnSpPr>
              <p:cNvPr id="691" name="Google Shape;691;p17"/>
              <p:cNvCxnSpPr/>
              <p:nvPr/>
            </p:nvCxnSpPr>
            <p:spPr>
              <a:xfrm>
                <a:off x="33417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2" name="Google Shape;692;p17"/>
              <p:cNvCxnSpPr/>
              <p:nvPr/>
            </p:nvCxnSpPr>
            <p:spPr>
              <a:xfrm>
                <a:off x="68732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3" name="Google Shape;693;p17"/>
              <p:cNvCxnSpPr/>
              <p:nvPr/>
            </p:nvCxnSpPr>
            <p:spPr>
              <a:xfrm>
                <a:off x="104047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4" name="Google Shape;694;p17"/>
              <p:cNvCxnSpPr/>
              <p:nvPr/>
            </p:nvCxnSpPr>
            <p:spPr>
              <a:xfrm>
                <a:off x="139363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5" name="Google Shape;695;p17"/>
              <p:cNvCxnSpPr/>
              <p:nvPr/>
            </p:nvCxnSpPr>
            <p:spPr>
              <a:xfrm>
                <a:off x="174678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6" name="Google Shape;696;p17"/>
              <p:cNvCxnSpPr/>
              <p:nvPr/>
            </p:nvCxnSpPr>
            <p:spPr>
              <a:xfrm>
                <a:off x="209993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7" name="Google Shape;697;p17"/>
              <p:cNvCxnSpPr/>
              <p:nvPr/>
            </p:nvCxnSpPr>
            <p:spPr>
              <a:xfrm>
                <a:off x="245308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8" name="Google Shape;698;p17"/>
              <p:cNvCxnSpPr/>
              <p:nvPr/>
            </p:nvCxnSpPr>
            <p:spPr>
              <a:xfrm>
                <a:off x="280623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99" name="Google Shape;699;p17"/>
              <p:cNvCxnSpPr/>
              <p:nvPr/>
            </p:nvCxnSpPr>
            <p:spPr>
              <a:xfrm>
                <a:off x="315939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00" name="Google Shape;700;p17"/>
              <p:cNvCxnSpPr/>
              <p:nvPr/>
            </p:nvCxnSpPr>
            <p:spPr>
              <a:xfrm>
                <a:off x="351254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01" name="Google Shape;701;p17"/>
              <p:cNvCxnSpPr/>
              <p:nvPr/>
            </p:nvCxnSpPr>
            <p:spPr>
              <a:xfrm>
                <a:off x="386569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02" name="Google Shape;702;p17"/>
              <p:cNvCxnSpPr/>
              <p:nvPr/>
            </p:nvCxnSpPr>
            <p:spPr>
              <a:xfrm>
                <a:off x="421884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03" name="Google Shape;703;p17"/>
              <p:cNvCxnSpPr/>
              <p:nvPr/>
            </p:nvCxnSpPr>
            <p:spPr>
              <a:xfrm>
                <a:off x="457199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04" name="Google Shape;704;p17"/>
              <p:cNvCxnSpPr/>
              <p:nvPr/>
            </p:nvCxnSpPr>
            <p:spPr>
              <a:xfrm>
                <a:off x="492515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05" name="Google Shape;705;p17"/>
              <p:cNvCxnSpPr/>
              <p:nvPr/>
            </p:nvCxnSpPr>
            <p:spPr>
              <a:xfrm>
                <a:off x="527830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06" name="Google Shape;706;p17"/>
              <p:cNvCxnSpPr/>
              <p:nvPr/>
            </p:nvCxnSpPr>
            <p:spPr>
              <a:xfrm>
                <a:off x="563145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07" name="Google Shape;707;p17"/>
              <p:cNvCxnSpPr/>
              <p:nvPr/>
            </p:nvCxnSpPr>
            <p:spPr>
              <a:xfrm>
                <a:off x="598460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08" name="Google Shape;708;p17"/>
              <p:cNvCxnSpPr/>
              <p:nvPr/>
            </p:nvCxnSpPr>
            <p:spPr>
              <a:xfrm>
                <a:off x="633775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09" name="Google Shape;709;p17"/>
              <p:cNvCxnSpPr/>
              <p:nvPr/>
            </p:nvCxnSpPr>
            <p:spPr>
              <a:xfrm>
                <a:off x="669091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0" name="Google Shape;710;p17"/>
              <p:cNvCxnSpPr/>
              <p:nvPr/>
            </p:nvCxnSpPr>
            <p:spPr>
              <a:xfrm>
                <a:off x="704406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1" name="Google Shape;711;p17"/>
              <p:cNvCxnSpPr/>
              <p:nvPr/>
            </p:nvCxnSpPr>
            <p:spPr>
              <a:xfrm>
                <a:off x="739721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2" name="Google Shape;712;p17"/>
              <p:cNvCxnSpPr/>
              <p:nvPr/>
            </p:nvCxnSpPr>
            <p:spPr>
              <a:xfrm>
                <a:off x="775036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3" name="Google Shape;713;p17"/>
              <p:cNvCxnSpPr/>
              <p:nvPr/>
            </p:nvCxnSpPr>
            <p:spPr>
              <a:xfrm>
                <a:off x="810351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4" name="Google Shape;714;p17"/>
              <p:cNvCxnSpPr/>
              <p:nvPr/>
            </p:nvCxnSpPr>
            <p:spPr>
              <a:xfrm>
                <a:off x="845667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5" name="Google Shape;715;p17"/>
              <p:cNvCxnSpPr/>
              <p:nvPr/>
            </p:nvCxnSpPr>
            <p:spPr>
              <a:xfrm>
                <a:off x="880982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716" name="Google Shape;716;p17"/>
            <p:cNvCxnSpPr/>
            <p:nvPr/>
          </p:nvCxnSpPr>
          <p:spPr>
            <a:xfrm>
              <a:off x="-8700" y="2926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17" name="Google Shape;717;p17"/>
            <p:cNvCxnSpPr/>
            <p:nvPr/>
          </p:nvCxnSpPr>
          <p:spPr>
            <a:xfrm>
              <a:off x="-8700" y="7034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18" name="Google Shape;718;p17"/>
            <p:cNvCxnSpPr/>
            <p:nvPr/>
          </p:nvCxnSpPr>
          <p:spPr>
            <a:xfrm>
              <a:off x="-8700" y="10523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19" name="Google Shape;719;p17"/>
            <p:cNvCxnSpPr/>
            <p:nvPr/>
          </p:nvCxnSpPr>
          <p:spPr>
            <a:xfrm>
              <a:off x="-8700" y="14631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20" name="Google Shape;720;p17"/>
            <p:cNvCxnSpPr/>
            <p:nvPr/>
          </p:nvCxnSpPr>
          <p:spPr>
            <a:xfrm>
              <a:off x="-8700" y="18345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21" name="Google Shape;721;p17"/>
            <p:cNvCxnSpPr/>
            <p:nvPr/>
          </p:nvCxnSpPr>
          <p:spPr>
            <a:xfrm>
              <a:off x="-8700" y="22453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22" name="Google Shape;722;p17"/>
            <p:cNvCxnSpPr/>
            <p:nvPr/>
          </p:nvCxnSpPr>
          <p:spPr>
            <a:xfrm>
              <a:off x="-8700" y="25942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23" name="Google Shape;723;p17"/>
            <p:cNvCxnSpPr/>
            <p:nvPr/>
          </p:nvCxnSpPr>
          <p:spPr>
            <a:xfrm>
              <a:off x="-8700" y="30050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24" name="Google Shape;724;p17"/>
            <p:cNvCxnSpPr/>
            <p:nvPr/>
          </p:nvCxnSpPr>
          <p:spPr>
            <a:xfrm>
              <a:off x="-8700" y="33764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25" name="Google Shape;725;p17"/>
            <p:cNvCxnSpPr/>
            <p:nvPr/>
          </p:nvCxnSpPr>
          <p:spPr>
            <a:xfrm>
              <a:off x="-8700" y="37872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26" name="Google Shape;726;p17"/>
            <p:cNvCxnSpPr/>
            <p:nvPr/>
          </p:nvCxnSpPr>
          <p:spPr>
            <a:xfrm>
              <a:off x="-8700" y="41361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27" name="Google Shape;727;p17"/>
            <p:cNvCxnSpPr/>
            <p:nvPr/>
          </p:nvCxnSpPr>
          <p:spPr>
            <a:xfrm>
              <a:off x="-8700" y="45470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28" name="Google Shape;728;p17"/>
            <p:cNvCxnSpPr/>
            <p:nvPr/>
          </p:nvCxnSpPr>
          <p:spPr>
            <a:xfrm>
              <a:off x="-8700" y="48508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29" name="Google Shape;729;p17"/>
          <p:cNvGrpSpPr/>
          <p:nvPr/>
        </p:nvGrpSpPr>
        <p:grpSpPr>
          <a:xfrm>
            <a:off x="366955" y="405600"/>
            <a:ext cx="11512845" cy="6079200"/>
            <a:chOff x="275216" y="304200"/>
            <a:chExt cx="8634634" cy="4559400"/>
          </a:xfrm>
        </p:grpSpPr>
        <p:grpSp>
          <p:nvGrpSpPr>
            <p:cNvPr id="730" name="Google Shape;730;p17"/>
            <p:cNvGrpSpPr/>
            <p:nvPr/>
          </p:nvGrpSpPr>
          <p:grpSpPr>
            <a:xfrm>
              <a:off x="275216" y="304200"/>
              <a:ext cx="8406168" cy="4559400"/>
              <a:chOff x="155350" y="382538"/>
              <a:chExt cx="8686750" cy="4559400"/>
            </a:xfrm>
          </p:grpSpPr>
          <p:sp>
            <p:nvSpPr>
              <p:cNvPr id="731" name="Google Shape;731;p17"/>
              <p:cNvSpPr/>
              <p:nvPr/>
            </p:nvSpPr>
            <p:spPr>
              <a:xfrm>
                <a:off x="302000" y="382538"/>
                <a:ext cx="8540100" cy="4559400"/>
              </a:xfrm>
              <a:prstGeom prst="roundRect">
                <a:avLst>
                  <a:gd name="adj" fmla="val 2747"/>
                </a:avLst>
              </a:prstGeom>
              <a:solidFill>
                <a:schemeClr val="accent4"/>
              </a:solidFill>
              <a:ln>
                <a:noFill/>
              </a:ln>
              <a:effectLst>
                <a:outerShdw dist="57150" dir="2400000" algn="bl" rotWithShape="0">
                  <a:schemeClr val="dk1">
                    <a:alpha val="7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pic>
            <p:nvPicPr>
              <p:cNvPr id="732" name="Google Shape;732;p17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155350" y="640650"/>
                <a:ext cx="291950" cy="27553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33" name="Google Shape;733;p17"/>
              <p:cNvPicPr preferRelativeResize="0"/>
              <p:nvPr/>
            </p:nvPicPr>
            <p:blipFill rotWithShape="1">
              <a:blip r:embed="rId2">
                <a:alphaModFix/>
              </a:blip>
              <a:srcRect b="53499"/>
              <a:stretch/>
            </p:blipFill>
            <p:spPr>
              <a:xfrm>
                <a:off x="155350" y="3402600"/>
                <a:ext cx="291950" cy="128124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734" name="Google Shape;734;p17"/>
            <p:cNvSpPr/>
            <p:nvPr/>
          </p:nvSpPr>
          <p:spPr>
            <a:xfrm rot="5400000">
              <a:off x="8438250" y="3284852"/>
              <a:ext cx="7146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5" name="Google Shape;735;p17"/>
            <p:cNvSpPr/>
            <p:nvPr/>
          </p:nvSpPr>
          <p:spPr>
            <a:xfrm rot="5400000">
              <a:off x="8447100" y="4100750"/>
              <a:ext cx="6969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736" name="Google Shape;736;p17"/>
          <p:cNvSpPr txBox="1">
            <a:spLocks noGrp="1"/>
          </p:cNvSpPr>
          <p:nvPr>
            <p:ph type="title"/>
          </p:nvPr>
        </p:nvSpPr>
        <p:spPr>
          <a:xfrm>
            <a:off x="4525684" y="2598900"/>
            <a:ext cx="5947600" cy="991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endParaRPr/>
          </a:p>
        </p:txBody>
      </p:sp>
      <p:sp>
        <p:nvSpPr>
          <p:cNvPr id="737" name="Google Shape;737;p17"/>
          <p:cNvSpPr txBox="1">
            <a:spLocks noGrp="1"/>
          </p:cNvSpPr>
          <p:nvPr>
            <p:ph type="title" idx="2" hasCustomPrompt="1"/>
          </p:nvPr>
        </p:nvSpPr>
        <p:spPr>
          <a:xfrm>
            <a:off x="1773484" y="2834584"/>
            <a:ext cx="2202800" cy="1221200"/>
          </a:xfrm>
          <a:prstGeom prst="rect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38" name="Google Shape;738;p17"/>
          <p:cNvSpPr txBox="1">
            <a:spLocks noGrp="1"/>
          </p:cNvSpPr>
          <p:nvPr>
            <p:ph type="subTitle" idx="1"/>
          </p:nvPr>
        </p:nvSpPr>
        <p:spPr>
          <a:xfrm>
            <a:off x="4525684" y="3791467"/>
            <a:ext cx="5947600" cy="5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2133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6525241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spTree>
      <p:nvGrpSpPr>
        <p:cNvPr id="1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0" name="Google Shape;740;p18"/>
          <p:cNvGrpSpPr/>
          <p:nvPr/>
        </p:nvGrpSpPr>
        <p:grpSpPr>
          <a:xfrm>
            <a:off x="-11600" y="5000"/>
            <a:ext cx="12215200" cy="6880400"/>
            <a:chOff x="-8700" y="3750"/>
            <a:chExt cx="9161400" cy="5160300"/>
          </a:xfrm>
        </p:grpSpPr>
        <p:grpSp>
          <p:nvGrpSpPr>
            <p:cNvPr id="741" name="Google Shape;741;p18"/>
            <p:cNvGrpSpPr/>
            <p:nvPr/>
          </p:nvGrpSpPr>
          <p:grpSpPr>
            <a:xfrm>
              <a:off x="334175" y="3750"/>
              <a:ext cx="8475647" cy="5160300"/>
              <a:chOff x="334175" y="3750"/>
              <a:chExt cx="8475647" cy="5160300"/>
            </a:xfrm>
          </p:grpSpPr>
          <p:cxnSp>
            <p:nvCxnSpPr>
              <p:cNvPr id="742" name="Google Shape;742;p18"/>
              <p:cNvCxnSpPr/>
              <p:nvPr/>
            </p:nvCxnSpPr>
            <p:spPr>
              <a:xfrm>
                <a:off x="33417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3" name="Google Shape;743;p18"/>
              <p:cNvCxnSpPr/>
              <p:nvPr/>
            </p:nvCxnSpPr>
            <p:spPr>
              <a:xfrm>
                <a:off x="68732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4" name="Google Shape;744;p18"/>
              <p:cNvCxnSpPr/>
              <p:nvPr/>
            </p:nvCxnSpPr>
            <p:spPr>
              <a:xfrm>
                <a:off x="104047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5" name="Google Shape;745;p18"/>
              <p:cNvCxnSpPr/>
              <p:nvPr/>
            </p:nvCxnSpPr>
            <p:spPr>
              <a:xfrm>
                <a:off x="139363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6" name="Google Shape;746;p18"/>
              <p:cNvCxnSpPr/>
              <p:nvPr/>
            </p:nvCxnSpPr>
            <p:spPr>
              <a:xfrm>
                <a:off x="174678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7" name="Google Shape;747;p18"/>
              <p:cNvCxnSpPr/>
              <p:nvPr/>
            </p:nvCxnSpPr>
            <p:spPr>
              <a:xfrm>
                <a:off x="209993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8" name="Google Shape;748;p18"/>
              <p:cNvCxnSpPr/>
              <p:nvPr/>
            </p:nvCxnSpPr>
            <p:spPr>
              <a:xfrm>
                <a:off x="245308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9" name="Google Shape;749;p18"/>
              <p:cNvCxnSpPr/>
              <p:nvPr/>
            </p:nvCxnSpPr>
            <p:spPr>
              <a:xfrm>
                <a:off x="280623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50" name="Google Shape;750;p18"/>
              <p:cNvCxnSpPr/>
              <p:nvPr/>
            </p:nvCxnSpPr>
            <p:spPr>
              <a:xfrm>
                <a:off x="315939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51" name="Google Shape;751;p18"/>
              <p:cNvCxnSpPr/>
              <p:nvPr/>
            </p:nvCxnSpPr>
            <p:spPr>
              <a:xfrm>
                <a:off x="351254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52" name="Google Shape;752;p18"/>
              <p:cNvCxnSpPr/>
              <p:nvPr/>
            </p:nvCxnSpPr>
            <p:spPr>
              <a:xfrm>
                <a:off x="386569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53" name="Google Shape;753;p18"/>
              <p:cNvCxnSpPr/>
              <p:nvPr/>
            </p:nvCxnSpPr>
            <p:spPr>
              <a:xfrm>
                <a:off x="421884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54" name="Google Shape;754;p18"/>
              <p:cNvCxnSpPr/>
              <p:nvPr/>
            </p:nvCxnSpPr>
            <p:spPr>
              <a:xfrm>
                <a:off x="457199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55" name="Google Shape;755;p18"/>
              <p:cNvCxnSpPr/>
              <p:nvPr/>
            </p:nvCxnSpPr>
            <p:spPr>
              <a:xfrm>
                <a:off x="492515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56" name="Google Shape;756;p18"/>
              <p:cNvCxnSpPr/>
              <p:nvPr/>
            </p:nvCxnSpPr>
            <p:spPr>
              <a:xfrm>
                <a:off x="527830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57" name="Google Shape;757;p18"/>
              <p:cNvCxnSpPr/>
              <p:nvPr/>
            </p:nvCxnSpPr>
            <p:spPr>
              <a:xfrm>
                <a:off x="563145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58" name="Google Shape;758;p18"/>
              <p:cNvCxnSpPr/>
              <p:nvPr/>
            </p:nvCxnSpPr>
            <p:spPr>
              <a:xfrm>
                <a:off x="598460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59" name="Google Shape;759;p18"/>
              <p:cNvCxnSpPr/>
              <p:nvPr/>
            </p:nvCxnSpPr>
            <p:spPr>
              <a:xfrm>
                <a:off x="633775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60" name="Google Shape;760;p18"/>
              <p:cNvCxnSpPr/>
              <p:nvPr/>
            </p:nvCxnSpPr>
            <p:spPr>
              <a:xfrm>
                <a:off x="669091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61" name="Google Shape;761;p18"/>
              <p:cNvCxnSpPr/>
              <p:nvPr/>
            </p:nvCxnSpPr>
            <p:spPr>
              <a:xfrm>
                <a:off x="704406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62" name="Google Shape;762;p18"/>
              <p:cNvCxnSpPr/>
              <p:nvPr/>
            </p:nvCxnSpPr>
            <p:spPr>
              <a:xfrm>
                <a:off x="739721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63" name="Google Shape;763;p18"/>
              <p:cNvCxnSpPr/>
              <p:nvPr/>
            </p:nvCxnSpPr>
            <p:spPr>
              <a:xfrm>
                <a:off x="775036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64" name="Google Shape;764;p18"/>
              <p:cNvCxnSpPr/>
              <p:nvPr/>
            </p:nvCxnSpPr>
            <p:spPr>
              <a:xfrm>
                <a:off x="810351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65" name="Google Shape;765;p18"/>
              <p:cNvCxnSpPr/>
              <p:nvPr/>
            </p:nvCxnSpPr>
            <p:spPr>
              <a:xfrm>
                <a:off x="845667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66" name="Google Shape;766;p18"/>
              <p:cNvCxnSpPr/>
              <p:nvPr/>
            </p:nvCxnSpPr>
            <p:spPr>
              <a:xfrm>
                <a:off x="880982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767" name="Google Shape;767;p18"/>
            <p:cNvCxnSpPr/>
            <p:nvPr/>
          </p:nvCxnSpPr>
          <p:spPr>
            <a:xfrm>
              <a:off x="-8700" y="2926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68" name="Google Shape;768;p18"/>
            <p:cNvCxnSpPr/>
            <p:nvPr/>
          </p:nvCxnSpPr>
          <p:spPr>
            <a:xfrm>
              <a:off x="-8700" y="7034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69" name="Google Shape;769;p18"/>
            <p:cNvCxnSpPr/>
            <p:nvPr/>
          </p:nvCxnSpPr>
          <p:spPr>
            <a:xfrm>
              <a:off x="-8700" y="10523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70" name="Google Shape;770;p18"/>
            <p:cNvCxnSpPr/>
            <p:nvPr/>
          </p:nvCxnSpPr>
          <p:spPr>
            <a:xfrm>
              <a:off x="-8700" y="14631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71" name="Google Shape;771;p18"/>
            <p:cNvCxnSpPr/>
            <p:nvPr/>
          </p:nvCxnSpPr>
          <p:spPr>
            <a:xfrm>
              <a:off x="-8700" y="18345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72" name="Google Shape;772;p18"/>
            <p:cNvCxnSpPr/>
            <p:nvPr/>
          </p:nvCxnSpPr>
          <p:spPr>
            <a:xfrm>
              <a:off x="-8700" y="22453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73" name="Google Shape;773;p18"/>
            <p:cNvCxnSpPr/>
            <p:nvPr/>
          </p:nvCxnSpPr>
          <p:spPr>
            <a:xfrm>
              <a:off x="-8700" y="25942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74" name="Google Shape;774;p18"/>
            <p:cNvCxnSpPr/>
            <p:nvPr/>
          </p:nvCxnSpPr>
          <p:spPr>
            <a:xfrm>
              <a:off x="-8700" y="30050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75" name="Google Shape;775;p18"/>
            <p:cNvCxnSpPr/>
            <p:nvPr/>
          </p:nvCxnSpPr>
          <p:spPr>
            <a:xfrm>
              <a:off x="-8700" y="33764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76" name="Google Shape;776;p18"/>
            <p:cNvCxnSpPr/>
            <p:nvPr/>
          </p:nvCxnSpPr>
          <p:spPr>
            <a:xfrm>
              <a:off x="-8700" y="37872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77" name="Google Shape;777;p18"/>
            <p:cNvCxnSpPr/>
            <p:nvPr/>
          </p:nvCxnSpPr>
          <p:spPr>
            <a:xfrm>
              <a:off x="-8700" y="41361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78" name="Google Shape;778;p18"/>
            <p:cNvCxnSpPr/>
            <p:nvPr/>
          </p:nvCxnSpPr>
          <p:spPr>
            <a:xfrm>
              <a:off x="-8700" y="45470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79" name="Google Shape;779;p18"/>
            <p:cNvCxnSpPr/>
            <p:nvPr/>
          </p:nvCxnSpPr>
          <p:spPr>
            <a:xfrm>
              <a:off x="-8700" y="48508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80" name="Google Shape;780;p18"/>
          <p:cNvGrpSpPr/>
          <p:nvPr/>
        </p:nvGrpSpPr>
        <p:grpSpPr>
          <a:xfrm>
            <a:off x="366955" y="155451"/>
            <a:ext cx="11208224" cy="6320500"/>
            <a:chOff x="155350" y="201563"/>
            <a:chExt cx="8686750" cy="4740375"/>
          </a:xfrm>
        </p:grpSpPr>
        <p:sp>
          <p:nvSpPr>
            <p:cNvPr id="781" name="Google Shape;781;p18"/>
            <p:cNvSpPr/>
            <p:nvPr/>
          </p:nvSpPr>
          <p:spPr>
            <a:xfrm>
              <a:off x="8494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82" name="Google Shape;782;p18"/>
            <p:cNvSpPr/>
            <p:nvPr/>
          </p:nvSpPr>
          <p:spPr>
            <a:xfrm>
              <a:off x="27723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83" name="Google Shape;783;p18"/>
            <p:cNvSpPr/>
            <p:nvPr/>
          </p:nvSpPr>
          <p:spPr>
            <a:xfrm>
              <a:off x="46952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784" name="Google Shape;784;p18"/>
            <p:cNvGrpSpPr/>
            <p:nvPr/>
          </p:nvGrpSpPr>
          <p:grpSpPr>
            <a:xfrm>
              <a:off x="155350" y="382538"/>
              <a:ext cx="8686750" cy="4559400"/>
              <a:chOff x="155350" y="382538"/>
              <a:chExt cx="8686750" cy="4559400"/>
            </a:xfrm>
          </p:grpSpPr>
          <p:sp>
            <p:nvSpPr>
              <p:cNvPr id="785" name="Google Shape;785;p18"/>
              <p:cNvSpPr/>
              <p:nvPr/>
            </p:nvSpPr>
            <p:spPr>
              <a:xfrm>
                <a:off x="302000" y="382538"/>
                <a:ext cx="8540100" cy="4559400"/>
              </a:xfrm>
              <a:prstGeom prst="roundRect">
                <a:avLst>
                  <a:gd name="adj" fmla="val 2747"/>
                </a:avLst>
              </a:prstGeom>
              <a:solidFill>
                <a:schemeClr val="accent4"/>
              </a:solidFill>
              <a:ln>
                <a:noFill/>
              </a:ln>
              <a:effectLst>
                <a:outerShdw dist="57150" dir="2400000" algn="bl" rotWithShape="0">
                  <a:schemeClr val="dk1">
                    <a:alpha val="7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pic>
            <p:nvPicPr>
              <p:cNvPr id="786" name="Google Shape;786;p18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155350" y="640650"/>
                <a:ext cx="291950" cy="27553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87" name="Google Shape;787;p18"/>
              <p:cNvPicPr preferRelativeResize="0"/>
              <p:nvPr/>
            </p:nvPicPr>
            <p:blipFill rotWithShape="1">
              <a:blip r:embed="rId2">
                <a:alphaModFix/>
              </a:blip>
              <a:srcRect b="53499"/>
              <a:stretch/>
            </p:blipFill>
            <p:spPr>
              <a:xfrm>
                <a:off x="155350" y="3402600"/>
                <a:ext cx="291950" cy="128124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sp>
        <p:nvSpPr>
          <p:cNvPr id="788" name="Google Shape;788;p18"/>
          <p:cNvSpPr txBox="1">
            <a:spLocks noGrp="1"/>
          </p:cNvSpPr>
          <p:nvPr>
            <p:ph type="title"/>
          </p:nvPr>
        </p:nvSpPr>
        <p:spPr>
          <a:xfrm>
            <a:off x="1899567" y="1305733"/>
            <a:ext cx="3880000" cy="275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789" name="Google Shape;789;p18"/>
          <p:cNvSpPr txBox="1">
            <a:spLocks noGrp="1"/>
          </p:cNvSpPr>
          <p:nvPr>
            <p:ph type="subTitle" idx="1"/>
          </p:nvPr>
        </p:nvSpPr>
        <p:spPr>
          <a:xfrm>
            <a:off x="1899567" y="4063867"/>
            <a:ext cx="3880000" cy="148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0" name="Google Shape;790;p18"/>
          <p:cNvSpPr>
            <a:spLocks noGrp="1"/>
          </p:cNvSpPr>
          <p:nvPr>
            <p:ph type="pic" idx="2"/>
          </p:nvPr>
        </p:nvSpPr>
        <p:spPr>
          <a:xfrm>
            <a:off x="6412400" y="1418167"/>
            <a:ext cx="3880000" cy="40216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203493825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 and text 1">
    <p:spTree>
      <p:nvGrpSpPr>
        <p:cNvPr id="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2" name="Google Shape;792;p19"/>
          <p:cNvGrpSpPr/>
          <p:nvPr/>
        </p:nvGrpSpPr>
        <p:grpSpPr>
          <a:xfrm>
            <a:off x="-11600" y="5000"/>
            <a:ext cx="12215200" cy="6880400"/>
            <a:chOff x="-8700" y="3750"/>
            <a:chExt cx="9161400" cy="5160300"/>
          </a:xfrm>
        </p:grpSpPr>
        <p:grpSp>
          <p:nvGrpSpPr>
            <p:cNvPr id="793" name="Google Shape;793;p19"/>
            <p:cNvGrpSpPr/>
            <p:nvPr/>
          </p:nvGrpSpPr>
          <p:grpSpPr>
            <a:xfrm>
              <a:off x="334175" y="3750"/>
              <a:ext cx="8475647" cy="5160300"/>
              <a:chOff x="334175" y="3750"/>
              <a:chExt cx="8475647" cy="5160300"/>
            </a:xfrm>
          </p:grpSpPr>
          <p:cxnSp>
            <p:nvCxnSpPr>
              <p:cNvPr id="794" name="Google Shape;794;p19"/>
              <p:cNvCxnSpPr/>
              <p:nvPr/>
            </p:nvCxnSpPr>
            <p:spPr>
              <a:xfrm>
                <a:off x="33417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95" name="Google Shape;795;p19"/>
              <p:cNvCxnSpPr/>
              <p:nvPr/>
            </p:nvCxnSpPr>
            <p:spPr>
              <a:xfrm>
                <a:off x="68732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96" name="Google Shape;796;p19"/>
              <p:cNvCxnSpPr/>
              <p:nvPr/>
            </p:nvCxnSpPr>
            <p:spPr>
              <a:xfrm>
                <a:off x="104047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97" name="Google Shape;797;p19"/>
              <p:cNvCxnSpPr/>
              <p:nvPr/>
            </p:nvCxnSpPr>
            <p:spPr>
              <a:xfrm>
                <a:off x="139363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98" name="Google Shape;798;p19"/>
              <p:cNvCxnSpPr/>
              <p:nvPr/>
            </p:nvCxnSpPr>
            <p:spPr>
              <a:xfrm>
                <a:off x="174678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99" name="Google Shape;799;p19"/>
              <p:cNvCxnSpPr/>
              <p:nvPr/>
            </p:nvCxnSpPr>
            <p:spPr>
              <a:xfrm>
                <a:off x="209993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0" name="Google Shape;800;p19"/>
              <p:cNvCxnSpPr/>
              <p:nvPr/>
            </p:nvCxnSpPr>
            <p:spPr>
              <a:xfrm>
                <a:off x="245308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1" name="Google Shape;801;p19"/>
              <p:cNvCxnSpPr/>
              <p:nvPr/>
            </p:nvCxnSpPr>
            <p:spPr>
              <a:xfrm>
                <a:off x="280623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2" name="Google Shape;802;p19"/>
              <p:cNvCxnSpPr/>
              <p:nvPr/>
            </p:nvCxnSpPr>
            <p:spPr>
              <a:xfrm>
                <a:off x="315939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3" name="Google Shape;803;p19"/>
              <p:cNvCxnSpPr/>
              <p:nvPr/>
            </p:nvCxnSpPr>
            <p:spPr>
              <a:xfrm>
                <a:off x="351254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4" name="Google Shape;804;p19"/>
              <p:cNvCxnSpPr/>
              <p:nvPr/>
            </p:nvCxnSpPr>
            <p:spPr>
              <a:xfrm>
                <a:off x="386569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5" name="Google Shape;805;p19"/>
              <p:cNvCxnSpPr/>
              <p:nvPr/>
            </p:nvCxnSpPr>
            <p:spPr>
              <a:xfrm>
                <a:off x="421884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6" name="Google Shape;806;p19"/>
              <p:cNvCxnSpPr/>
              <p:nvPr/>
            </p:nvCxnSpPr>
            <p:spPr>
              <a:xfrm>
                <a:off x="457199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7" name="Google Shape;807;p19"/>
              <p:cNvCxnSpPr/>
              <p:nvPr/>
            </p:nvCxnSpPr>
            <p:spPr>
              <a:xfrm>
                <a:off x="492515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8" name="Google Shape;808;p19"/>
              <p:cNvCxnSpPr/>
              <p:nvPr/>
            </p:nvCxnSpPr>
            <p:spPr>
              <a:xfrm>
                <a:off x="527830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9" name="Google Shape;809;p19"/>
              <p:cNvCxnSpPr/>
              <p:nvPr/>
            </p:nvCxnSpPr>
            <p:spPr>
              <a:xfrm>
                <a:off x="563145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0" name="Google Shape;810;p19"/>
              <p:cNvCxnSpPr/>
              <p:nvPr/>
            </p:nvCxnSpPr>
            <p:spPr>
              <a:xfrm>
                <a:off x="598460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1" name="Google Shape;811;p19"/>
              <p:cNvCxnSpPr/>
              <p:nvPr/>
            </p:nvCxnSpPr>
            <p:spPr>
              <a:xfrm>
                <a:off x="633775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2" name="Google Shape;812;p19"/>
              <p:cNvCxnSpPr/>
              <p:nvPr/>
            </p:nvCxnSpPr>
            <p:spPr>
              <a:xfrm>
                <a:off x="669091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3" name="Google Shape;813;p19"/>
              <p:cNvCxnSpPr/>
              <p:nvPr/>
            </p:nvCxnSpPr>
            <p:spPr>
              <a:xfrm>
                <a:off x="704406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4" name="Google Shape;814;p19"/>
              <p:cNvCxnSpPr/>
              <p:nvPr/>
            </p:nvCxnSpPr>
            <p:spPr>
              <a:xfrm>
                <a:off x="739721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5" name="Google Shape;815;p19"/>
              <p:cNvCxnSpPr/>
              <p:nvPr/>
            </p:nvCxnSpPr>
            <p:spPr>
              <a:xfrm>
                <a:off x="775036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6" name="Google Shape;816;p19"/>
              <p:cNvCxnSpPr/>
              <p:nvPr/>
            </p:nvCxnSpPr>
            <p:spPr>
              <a:xfrm>
                <a:off x="810351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7" name="Google Shape;817;p19"/>
              <p:cNvCxnSpPr/>
              <p:nvPr/>
            </p:nvCxnSpPr>
            <p:spPr>
              <a:xfrm>
                <a:off x="845667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8" name="Google Shape;818;p19"/>
              <p:cNvCxnSpPr/>
              <p:nvPr/>
            </p:nvCxnSpPr>
            <p:spPr>
              <a:xfrm>
                <a:off x="880982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819" name="Google Shape;819;p19"/>
            <p:cNvCxnSpPr/>
            <p:nvPr/>
          </p:nvCxnSpPr>
          <p:spPr>
            <a:xfrm>
              <a:off x="-8700" y="2926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20" name="Google Shape;820;p19"/>
            <p:cNvCxnSpPr/>
            <p:nvPr/>
          </p:nvCxnSpPr>
          <p:spPr>
            <a:xfrm>
              <a:off x="-8700" y="7034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21" name="Google Shape;821;p19"/>
            <p:cNvCxnSpPr/>
            <p:nvPr/>
          </p:nvCxnSpPr>
          <p:spPr>
            <a:xfrm>
              <a:off x="-8700" y="10523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22" name="Google Shape;822;p19"/>
            <p:cNvCxnSpPr/>
            <p:nvPr/>
          </p:nvCxnSpPr>
          <p:spPr>
            <a:xfrm>
              <a:off x="-8700" y="14631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23" name="Google Shape;823;p19"/>
            <p:cNvCxnSpPr/>
            <p:nvPr/>
          </p:nvCxnSpPr>
          <p:spPr>
            <a:xfrm>
              <a:off x="-8700" y="18345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24" name="Google Shape;824;p19"/>
            <p:cNvCxnSpPr/>
            <p:nvPr/>
          </p:nvCxnSpPr>
          <p:spPr>
            <a:xfrm>
              <a:off x="-8700" y="22453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25" name="Google Shape;825;p19"/>
            <p:cNvCxnSpPr/>
            <p:nvPr/>
          </p:nvCxnSpPr>
          <p:spPr>
            <a:xfrm>
              <a:off x="-8700" y="25942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26" name="Google Shape;826;p19"/>
            <p:cNvCxnSpPr/>
            <p:nvPr/>
          </p:nvCxnSpPr>
          <p:spPr>
            <a:xfrm>
              <a:off x="-8700" y="30050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27" name="Google Shape;827;p19"/>
            <p:cNvCxnSpPr/>
            <p:nvPr/>
          </p:nvCxnSpPr>
          <p:spPr>
            <a:xfrm>
              <a:off x="-8700" y="33764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28" name="Google Shape;828;p19"/>
            <p:cNvCxnSpPr/>
            <p:nvPr/>
          </p:nvCxnSpPr>
          <p:spPr>
            <a:xfrm>
              <a:off x="-8700" y="37872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29" name="Google Shape;829;p19"/>
            <p:cNvCxnSpPr/>
            <p:nvPr/>
          </p:nvCxnSpPr>
          <p:spPr>
            <a:xfrm>
              <a:off x="-8700" y="41361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30" name="Google Shape;830;p19"/>
            <p:cNvCxnSpPr/>
            <p:nvPr/>
          </p:nvCxnSpPr>
          <p:spPr>
            <a:xfrm>
              <a:off x="-8700" y="45470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31" name="Google Shape;831;p19"/>
            <p:cNvCxnSpPr/>
            <p:nvPr/>
          </p:nvCxnSpPr>
          <p:spPr>
            <a:xfrm>
              <a:off x="-8700" y="48508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832" name="Google Shape;832;p19"/>
          <p:cNvGrpSpPr/>
          <p:nvPr/>
        </p:nvGrpSpPr>
        <p:grpSpPr>
          <a:xfrm>
            <a:off x="366955" y="155451"/>
            <a:ext cx="11208224" cy="6320500"/>
            <a:chOff x="155350" y="201563"/>
            <a:chExt cx="8686750" cy="4740375"/>
          </a:xfrm>
        </p:grpSpPr>
        <p:sp>
          <p:nvSpPr>
            <p:cNvPr id="833" name="Google Shape;833;p19"/>
            <p:cNvSpPr/>
            <p:nvPr/>
          </p:nvSpPr>
          <p:spPr>
            <a:xfrm>
              <a:off x="46952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34" name="Google Shape;834;p19"/>
            <p:cNvSpPr/>
            <p:nvPr/>
          </p:nvSpPr>
          <p:spPr>
            <a:xfrm>
              <a:off x="66181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835" name="Google Shape;835;p19"/>
            <p:cNvGrpSpPr/>
            <p:nvPr/>
          </p:nvGrpSpPr>
          <p:grpSpPr>
            <a:xfrm>
              <a:off x="155350" y="382538"/>
              <a:ext cx="8686750" cy="4559400"/>
              <a:chOff x="155350" y="382538"/>
              <a:chExt cx="8686750" cy="4559400"/>
            </a:xfrm>
          </p:grpSpPr>
          <p:sp>
            <p:nvSpPr>
              <p:cNvPr id="836" name="Google Shape;836;p19"/>
              <p:cNvSpPr/>
              <p:nvPr/>
            </p:nvSpPr>
            <p:spPr>
              <a:xfrm>
                <a:off x="302000" y="382538"/>
                <a:ext cx="8540100" cy="4559400"/>
              </a:xfrm>
              <a:prstGeom prst="roundRect">
                <a:avLst>
                  <a:gd name="adj" fmla="val 2747"/>
                </a:avLst>
              </a:prstGeom>
              <a:solidFill>
                <a:schemeClr val="accent4"/>
              </a:solidFill>
              <a:ln>
                <a:noFill/>
              </a:ln>
              <a:effectLst>
                <a:outerShdw dist="57150" dir="2400000" algn="bl" rotWithShape="0">
                  <a:schemeClr val="dk1">
                    <a:alpha val="7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pic>
            <p:nvPicPr>
              <p:cNvPr id="837" name="Google Shape;837;p19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155350" y="640650"/>
                <a:ext cx="291950" cy="27553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38" name="Google Shape;838;p19"/>
              <p:cNvPicPr preferRelativeResize="0"/>
              <p:nvPr/>
            </p:nvPicPr>
            <p:blipFill rotWithShape="1">
              <a:blip r:embed="rId2">
                <a:alphaModFix/>
              </a:blip>
              <a:srcRect b="53499"/>
              <a:stretch/>
            </p:blipFill>
            <p:spPr>
              <a:xfrm>
                <a:off x="155350" y="3402600"/>
                <a:ext cx="291950" cy="128124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sp>
        <p:nvSpPr>
          <p:cNvPr id="839" name="Google Shape;839;p19"/>
          <p:cNvSpPr txBox="1">
            <a:spLocks noGrp="1"/>
          </p:cNvSpPr>
          <p:nvPr>
            <p:ph type="title"/>
          </p:nvPr>
        </p:nvSpPr>
        <p:spPr>
          <a:xfrm>
            <a:off x="1662167" y="1953200"/>
            <a:ext cx="3448000" cy="141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27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840" name="Google Shape;840;p19"/>
          <p:cNvSpPr txBox="1">
            <a:spLocks noGrp="1"/>
          </p:cNvSpPr>
          <p:nvPr>
            <p:ph type="subTitle" idx="1"/>
          </p:nvPr>
        </p:nvSpPr>
        <p:spPr>
          <a:xfrm>
            <a:off x="1662167" y="3370800"/>
            <a:ext cx="3448000" cy="153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1764050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 and text 2">
    <p:spTree>
      <p:nvGrpSpPr>
        <p:cNvPr id="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2" name="Google Shape;842;p20"/>
          <p:cNvGrpSpPr/>
          <p:nvPr/>
        </p:nvGrpSpPr>
        <p:grpSpPr>
          <a:xfrm>
            <a:off x="-11600" y="5000"/>
            <a:ext cx="12215200" cy="6880400"/>
            <a:chOff x="-8700" y="3750"/>
            <a:chExt cx="9161400" cy="5160300"/>
          </a:xfrm>
        </p:grpSpPr>
        <p:grpSp>
          <p:nvGrpSpPr>
            <p:cNvPr id="843" name="Google Shape;843;p20"/>
            <p:cNvGrpSpPr/>
            <p:nvPr/>
          </p:nvGrpSpPr>
          <p:grpSpPr>
            <a:xfrm>
              <a:off x="334175" y="3750"/>
              <a:ext cx="8475647" cy="5160300"/>
              <a:chOff x="334175" y="3750"/>
              <a:chExt cx="8475647" cy="5160300"/>
            </a:xfrm>
          </p:grpSpPr>
          <p:cxnSp>
            <p:nvCxnSpPr>
              <p:cNvPr id="844" name="Google Shape;844;p20"/>
              <p:cNvCxnSpPr/>
              <p:nvPr/>
            </p:nvCxnSpPr>
            <p:spPr>
              <a:xfrm>
                <a:off x="33417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45" name="Google Shape;845;p20"/>
              <p:cNvCxnSpPr/>
              <p:nvPr/>
            </p:nvCxnSpPr>
            <p:spPr>
              <a:xfrm>
                <a:off x="68732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46" name="Google Shape;846;p20"/>
              <p:cNvCxnSpPr/>
              <p:nvPr/>
            </p:nvCxnSpPr>
            <p:spPr>
              <a:xfrm>
                <a:off x="104047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47" name="Google Shape;847;p20"/>
              <p:cNvCxnSpPr/>
              <p:nvPr/>
            </p:nvCxnSpPr>
            <p:spPr>
              <a:xfrm>
                <a:off x="139363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48" name="Google Shape;848;p20"/>
              <p:cNvCxnSpPr/>
              <p:nvPr/>
            </p:nvCxnSpPr>
            <p:spPr>
              <a:xfrm>
                <a:off x="174678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49" name="Google Shape;849;p20"/>
              <p:cNvCxnSpPr/>
              <p:nvPr/>
            </p:nvCxnSpPr>
            <p:spPr>
              <a:xfrm>
                <a:off x="209993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50" name="Google Shape;850;p20"/>
              <p:cNvCxnSpPr/>
              <p:nvPr/>
            </p:nvCxnSpPr>
            <p:spPr>
              <a:xfrm>
                <a:off x="245308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51" name="Google Shape;851;p20"/>
              <p:cNvCxnSpPr/>
              <p:nvPr/>
            </p:nvCxnSpPr>
            <p:spPr>
              <a:xfrm>
                <a:off x="280623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52" name="Google Shape;852;p20"/>
              <p:cNvCxnSpPr/>
              <p:nvPr/>
            </p:nvCxnSpPr>
            <p:spPr>
              <a:xfrm>
                <a:off x="315939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53" name="Google Shape;853;p20"/>
              <p:cNvCxnSpPr/>
              <p:nvPr/>
            </p:nvCxnSpPr>
            <p:spPr>
              <a:xfrm>
                <a:off x="351254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54" name="Google Shape;854;p20"/>
              <p:cNvCxnSpPr/>
              <p:nvPr/>
            </p:nvCxnSpPr>
            <p:spPr>
              <a:xfrm>
                <a:off x="386569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55" name="Google Shape;855;p20"/>
              <p:cNvCxnSpPr/>
              <p:nvPr/>
            </p:nvCxnSpPr>
            <p:spPr>
              <a:xfrm>
                <a:off x="421884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56" name="Google Shape;856;p20"/>
              <p:cNvCxnSpPr/>
              <p:nvPr/>
            </p:nvCxnSpPr>
            <p:spPr>
              <a:xfrm>
                <a:off x="457199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57" name="Google Shape;857;p20"/>
              <p:cNvCxnSpPr/>
              <p:nvPr/>
            </p:nvCxnSpPr>
            <p:spPr>
              <a:xfrm>
                <a:off x="492515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58" name="Google Shape;858;p20"/>
              <p:cNvCxnSpPr/>
              <p:nvPr/>
            </p:nvCxnSpPr>
            <p:spPr>
              <a:xfrm>
                <a:off x="527830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59" name="Google Shape;859;p20"/>
              <p:cNvCxnSpPr/>
              <p:nvPr/>
            </p:nvCxnSpPr>
            <p:spPr>
              <a:xfrm>
                <a:off x="563145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60" name="Google Shape;860;p20"/>
              <p:cNvCxnSpPr/>
              <p:nvPr/>
            </p:nvCxnSpPr>
            <p:spPr>
              <a:xfrm>
                <a:off x="598460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61" name="Google Shape;861;p20"/>
              <p:cNvCxnSpPr/>
              <p:nvPr/>
            </p:nvCxnSpPr>
            <p:spPr>
              <a:xfrm>
                <a:off x="633775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62" name="Google Shape;862;p20"/>
              <p:cNvCxnSpPr/>
              <p:nvPr/>
            </p:nvCxnSpPr>
            <p:spPr>
              <a:xfrm>
                <a:off x="669091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63" name="Google Shape;863;p20"/>
              <p:cNvCxnSpPr/>
              <p:nvPr/>
            </p:nvCxnSpPr>
            <p:spPr>
              <a:xfrm>
                <a:off x="704406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64" name="Google Shape;864;p20"/>
              <p:cNvCxnSpPr/>
              <p:nvPr/>
            </p:nvCxnSpPr>
            <p:spPr>
              <a:xfrm>
                <a:off x="739721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65" name="Google Shape;865;p20"/>
              <p:cNvCxnSpPr/>
              <p:nvPr/>
            </p:nvCxnSpPr>
            <p:spPr>
              <a:xfrm>
                <a:off x="775036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66" name="Google Shape;866;p20"/>
              <p:cNvCxnSpPr/>
              <p:nvPr/>
            </p:nvCxnSpPr>
            <p:spPr>
              <a:xfrm>
                <a:off x="810351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67" name="Google Shape;867;p20"/>
              <p:cNvCxnSpPr/>
              <p:nvPr/>
            </p:nvCxnSpPr>
            <p:spPr>
              <a:xfrm>
                <a:off x="845667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68" name="Google Shape;868;p20"/>
              <p:cNvCxnSpPr/>
              <p:nvPr/>
            </p:nvCxnSpPr>
            <p:spPr>
              <a:xfrm>
                <a:off x="880982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869" name="Google Shape;869;p20"/>
            <p:cNvCxnSpPr/>
            <p:nvPr/>
          </p:nvCxnSpPr>
          <p:spPr>
            <a:xfrm>
              <a:off x="-8700" y="2926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70" name="Google Shape;870;p20"/>
            <p:cNvCxnSpPr/>
            <p:nvPr/>
          </p:nvCxnSpPr>
          <p:spPr>
            <a:xfrm>
              <a:off x="-8700" y="7034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71" name="Google Shape;871;p20"/>
            <p:cNvCxnSpPr/>
            <p:nvPr/>
          </p:nvCxnSpPr>
          <p:spPr>
            <a:xfrm>
              <a:off x="-8700" y="10523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72" name="Google Shape;872;p20"/>
            <p:cNvCxnSpPr/>
            <p:nvPr/>
          </p:nvCxnSpPr>
          <p:spPr>
            <a:xfrm>
              <a:off x="-8700" y="14631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73" name="Google Shape;873;p20"/>
            <p:cNvCxnSpPr/>
            <p:nvPr/>
          </p:nvCxnSpPr>
          <p:spPr>
            <a:xfrm>
              <a:off x="-8700" y="18345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74" name="Google Shape;874;p20"/>
            <p:cNvCxnSpPr/>
            <p:nvPr/>
          </p:nvCxnSpPr>
          <p:spPr>
            <a:xfrm>
              <a:off x="-8700" y="22453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75" name="Google Shape;875;p20"/>
            <p:cNvCxnSpPr/>
            <p:nvPr/>
          </p:nvCxnSpPr>
          <p:spPr>
            <a:xfrm>
              <a:off x="-8700" y="25942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76" name="Google Shape;876;p20"/>
            <p:cNvCxnSpPr/>
            <p:nvPr/>
          </p:nvCxnSpPr>
          <p:spPr>
            <a:xfrm>
              <a:off x="-8700" y="30050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77" name="Google Shape;877;p20"/>
            <p:cNvCxnSpPr/>
            <p:nvPr/>
          </p:nvCxnSpPr>
          <p:spPr>
            <a:xfrm>
              <a:off x="-8700" y="33764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78" name="Google Shape;878;p20"/>
            <p:cNvCxnSpPr/>
            <p:nvPr/>
          </p:nvCxnSpPr>
          <p:spPr>
            <a:xfrm>
              <a:off x="-8700" y="37872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79" name="Google Shape;879;p20"/>
            <p:cNvCxnSpPr/>
            <p:nvPr/>
          </p:nvCxnSpPr>
          <p:spPr>
            <a:xfrm>
              <a:off x="-8700" y="41361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80" name="Google Shape;880;p20"/>
            <p:cNvCxnSpPr/>
            <p:nvPr/>
          </p:nvCxnSpPr>
          <p:spPr>
            <a:xfrm>
              <a:off x="-8700" y="45470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81" name="Google Shape;881;p20"/>
            <p:cNvCxnSpPr/>
            <p:nvPr/>
          </p:nvCxnSpPr>
          <p:spPr>
            <a:xfrm>
              <a:off x="-8700" y="48508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882" name="Google Shape;882;p20"/>
          <p:cNvGrpSpPr/>
          <p:nvPr/>
        </p:nvGrpSpPr>
        <p:grpSpPr>
          <a:xfrm>
            <a:off x="366955" y="155451"/>
            <a:ext cx="11208224" cy="6320500"/>
            <a:chOff x="155350" y="201563"/>
            <a:chExt cx="8686750" cy="4740375"/>
          </a:xfrm>
        </p:grpSpPr>
        <p:sp>
          <p:nvSpPr>
            <p:cNvPr id="883" name="Google Shape;883;p20"/>
            <p:cNvSpPr/>
            <p:nvPr/>
          </p:nvSpPr>
          <p:spPr>
            <a:xfrm>
              <a:off x="8494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4" name="Google Shape;884;p20"/>
            <p:cNvSpPr/>
            <p:nvPr/>
          </p:nvSpPr>
          <p:spPr>
            <a:xfrm>
              <a:off x="46952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5" name="Google Shape;885;p20"/>
            <p:cNvSpPr/>
            <p:nvPr/>
          </p:nvSpPr>
          <p:spPr>
            <a:xfrm>
              <a:off x="66181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886" name="Google Shape;886;p20"/>
            <p:cNvGrpSpPr/>
            <p:nvPr/>
          </p:nvGrpSpPr>
          <p:grpSpPr>
            <a:xfrm>
              <a:off x="155350" y="382538"/>
              <a:ext cx="8686750" cy="4559400"/>
              <a:chOff x="155350" y="382538"/>
              <a:chExt cx="8686750" cy="4559400"/>
            </a:xfrm>
          </p:grpSpPr>
          <p:sp>
            <p:nvSpPr>
              <p:cNvPr id="887" name="Google Shape;887;p20"/>
              <p:cNvSpPr/>
              <p:nvPr/>
            </p:nvSpPr>
            <p:spPr>
              <a:xfrm>
                <a:off x="302000" y="382538"/>
                <a:ext cx="8540100" cy="4559400"/>
              </a:xfrm>
              <a:prstGeom prst="roundRect">
                <a:avLst>
                  <a:gd name="adj" fmla="val 2747"/>
                </a:avLst>
              </a:prstGeom>
              <a:solidFill>
                <a:schemeClr val="accent4"/>
              </a:solidFill>
              <a:ln>
                <a:noFill/>
              </a:ln>
              <a:effectLst>
                <a:outerShdw dist="57150" dir="2400000" algn="bl" rotWithShape="0">
                  <a:schemeClr val="dk1">
                    <a:alpha val="7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pic>
            <p:nvPicPr>
              <p:cNvPr id="888" name="Google Shape;888;p20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155350" y="640650"/>
                <a:ext cx="291950" cy="27553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89" name="Google Shape;889;p20"/>
              <p:cNvPicPr preferRelativeResize="0"/>
              <p:nvPr/>
            </p:nvPicPr>
            <p:blipFill rotWithShape="1">
              <a:blip r:embed="rId2">
                <a:alphaModFix/>
              </a:blip>
              <a:srcRect b="53499"/>
              <a:stretch/>
            </p:blipFill>
            <p:spPr>
              <a:xfrm>
                <a:off x="155350" y="3402600"/>
                <a:ext cx="291950" cy="128124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sp>
        <p:nvSpPr>
          <p:cNvPr id="890" name="Google Shape;890;p20"/>
          <p:cNvSpPr txBox="1">
            <a:spLocks noGrp="1"/>
          </p:cNvSpPr>
          <p:nvPr>
            <p:ph type="title"/>
          </p:nvPr>
        </p:nvSpPr>
        <p:spPr>
          <a:xfrm>
            <a:off x="7056965" y="2001600"/>
            <a:ext cx="3472800" cy="141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700"/>
              <a:buNone/>
              <a:defRPr sz="3867"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891" name="Google Shape;891;p20"/>
          <p:cNvSpPr txBox="1">
            <a:spLocks noGrp="1"/>
          </p:cNvSpPr>
          <p:nvPr>
            <p:ph type="subTitle" idx="1"/>
          </p:nvPr>
        </p:nvSpPr>
        <p:spPr>
          <a:xfrm>
            <a:off x="7057133" y="3416000"/>
            <a:ext cx="3472800" cy="1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9996042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 and two columns 1">
    <p:spTree>
      <p:nvGrpSpPr>
        <p:cNvPr id="1" name="Shape 8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3" name="Google Shape;893;p21"/>
          <p:cNvGrpSpPr/>
          <p:nvPr/>
        </p:nvGrpSpPr>
        <p:grpSpPr>
          <a:xfrm>
            <a:off x="-11600" y="5000"/>
            <a:ext cx="12215200" cy="6880400"/>
            <a:chOff x="-8700" y="3750"/>
            <a:chExt cx="9161400" cy="5160300"/>
          </a:xfrm>
        </p:grpSpPr>
        <p:grpSp>
          <p:nvGrpSpPr>
            <p:cNvPr id="894" name="Google Shape;894;p21"/>
            <p:cNvGrpSpPr/>
            <p:nvPr/>
          </p:nvGrpSpPr>
          <p:grpSpPr>
            <a:xfrm>
              <a:off x="334175" y="3750"/>
              <a:ext cx="8475647" cy="5160300"/>
              <a:chOff x="334175" y="3750"/>
              <a:chExt cx="8475647" cy="5160300"/>
            </a:xfrm>
          </p:grpSpPr>
          <p:cxnSp>
            <p:nvCxnSpPr>
              <p:cNvPr id="895" name="Google Shape;895;p21"/>
              <p:cNvCxnSpPr/>
              <p:nvPr/>
            </p:nvCxnSpPr>
            <p:spPr>
              <a:xfrm>
                <a:off x="33417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96" name="Google Shape;896;p21"/>
              <p:cNvCxnSpPr/>
              <p:nvPr/>
            </p:nvCxnSpPr>
            <p:spPr>
              <a:xfrm>
                <a:off x="68732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97" name="Google Shape;897;p21"/>
              <p:cNvCxnSpPr/>
              <p:nvPr/>
            </p:nvCxnSpPr>
            <p:spPr>
              <a:xfrm>
                <a:off x="104047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98" name="Google Shape;898;p21"/>
              <p:cNvCxnSpPr/>
              <p:nvPr/>
            </p:nvCxnSpPr>
            <p:spPr>
              <a:xfrm>
                <a:off x="139363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99" name="Google Shape;899;p21"/>
              <p:cNvCxnSpPr/>
              <p:nvPr/>
            </p:nvCxnSpPr>
            <p:spPr>
              <a:xfrm>
                <a:off x="174678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0" name="Google Shape;900;p21"/>
              <p:cNvCxnSpPr/>
              <p:nvPr/>
            </p:nvCxnSpPr>
            <p:spPr>
              <a:xfrm>
                <a:off x="209993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1" name="Google Shape;901;p21"/>
              <p:cNvCxnSpPr/>
              <p:nvPr/>
            </p:nvCxnSpPr>
            <p:spPr>
              <a:xfrm>
                <a:off x="245308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2" name="Google Shape;902;p21"/>
              <p:cNvCxnSpPr/>
              <p:nvPr/>
            </p:nvCxnSpPr>
            <p:spPr>
              <a:xfrm>
                <a:off x="280623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3" name="Google Shape;903;p21"/>
              <p:cNvCxnSpPr/>
              <p:nvPr/>
            </p:nvCxnSpPr>
            <p:spPr>
              <a:xfrm>
                <a:off x="315939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4" name="Google Shape;904;p21"/>
              <p:cNvCxnSpPr/>
              <p:nvPr/>
            </p:nvCxnSpPr>
            <p:spPr>
              <a:xfrm>
                <a:off x="351254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5" name="Google Shape;905;p21"/>
              <p:cNvCxnSpPr/>
              <p:nvPr/>
            </p:nvCxnSpPr>
            <p:spPr>
              <a:xfrm>
                <a:off x="386569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6" name="Google Shape;906;p21"/>
              <p:cNvCxnSpPr/>
              <p:nvPr/>
            </p:nvCxnSpPr>
            <p:spPr>
              <a:xfrm>
                <a:off x="421884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7" name="Google Shape;907;p21"/>
              <p:cNvCxnSpPr/>
              <p:nvPr/>
            </p:nvCxnSpPr>
            <p:spPr>
              <a:xfrm>
                <a:off x="457199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8" name="Google Shape;908;p21"/>
              <p:cNvCxnSpPr/>
              <p:nvPr/>
            </p:nvCxnSpPr>
            <p:spPr>
              <a:xfrm>
                <a:off x="492515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09" name="Google Shape;909;p21"/>
              <p:cNvCxnSpPr/>
              <p:nvPr/>
            </p:nvCxnSpPr>
            <p:spPr>
              <a:xfrm>
                <a:off x="527830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0" name="Google Shape;910;p21"/>
              <p:cNvCxnSpPr/>
              <p:nvPr/>
            </p:nvCxnSpPr>
            <p:spPr>
              <a:xfrm>
                <a:off x="563145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1" name="Google Shape;911;p21"/>
              <p:cNvCxnSpPr/>
              <p:nvPr/>
            </p:nvCxnSpPr>
            <p:spPr>
              <a:xfrm>
                <a:off x="598460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2" name="Google Shape;912;p21"/>
              <p:cNvCxnSpPr/>
              <p:nvPr/>
            </p:nvCxnSpPr>
            <p:spPr>
              <a:xfrm>
                <a:off x="633775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3" name="Google Shape;913;p21"/>
              <p:cNvCxnSpPr/>
              <p:nvPr/>
            </p:nvCxnSpPr>
            <p:spPr>
              <a:xfrm>
                <a:off x="669091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4" name="Google Shape;914;p21"/>
              <p:cNvCxnSpPr/>
              <p:nvPr/>
            </p:nvCxnSpPr>
            <p:spPr>
              <a:xfrm>
                <a:off x="704406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5" name="Google Shape;915;p21"/>
              <p:cNvCxnSpPr/>
              <p:nvPr/>
            </p:nvCxnSpPr>
            <p:spPr>
              <a:xfrm>
                <a:off x="739721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6" name="Google Shape;916;p21"/>
              <p:cNvCxnSpPr/>
              <p:nvPr/>
            </p:nvCxnSpPr>
            <p:spPr>
              <a:xfrm>
                <a:off x="775036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7" name="Google Shape;917;p21"/>
              <p:cNvCxnSpPr/>
              <p:nvPr/>
            </p:nvCxnSpPr>
            <p:spPr>
              <a:xfrm>
                <a:off x="810351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8" name="Google Shape;918;p21"/>
              <p:cNvCxnSpPr/>
              <p:nvPr/>
            </p:nvCxnSpPr>
            <p:spPr>
              <a:xfrm>
                <a:off x="845667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19" name="Google Shape;919;p21"/>
              <p:cNvCxnSpPr/>
              <p:nvPr/>
            </p:nvCxnSpPr>
            <p:spPr>
              <a:xfrm>
                <a:off x="880982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920" name="Google Shape;920;p21"/>
            <p:cNvCxnSpPr/>
            <p:nvPr/>
          </p:nvCxnSpPr>
          <p:spPr>
            <a:xfrm>
              <a:off x="-8700" y="2926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21" name="Google Shape;921;p21"/>
            <p:cNvCxnSpPr/>
            <p:nvPr/>
          </p:nvCxnSpPr>
          <p:spPr>
            <a:xfrm>
              <a:off x="-8700" y="7034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22" name="Google Shape;922;p21"/>
            <p:cNvCxnSpPr/>
            <p:nvPr/>
          </p:nvCxnSpPr>
          <p:spPr>
            <a:xfrm>
              <a:off x="-8700" y="10523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23" name="Google Shape;923;p21"/>
            <p:cNvCxnSpPr/>
            <p:nvPr/>
          </p:nvCxnSpPr>
          <p:spPr>
            <a:xfrm>
              <a:off x="-8700" y="14631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24" name="Google Shape;924;p21"/>
            <p:cNvCxnSpPr/>
            <p:nvPr/>
          </p:nvCxnSpPr>
          <p:spPr>
            <a:xfrm>
              <a:off x="-8700" y="18345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25" name="Google Shape;925;p21"/>
            <p:cNvCxnSpPr/>
            <p:nvPr/>
          </p:nvCxnSpPr>
          <p:spPr>
            <a:xfrm>
              <a:off x="-8700" y="22453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26" name="Google Shape;926;p21"/>
            <p:cNvCxnSpPr/>
            <p:nvPr/>
          </p:nvCxnSpPr>
          <p:spPr>
            <a:xfrm>
              <a:off x="-8700" y="25942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27" name="Google Shape;927;p21"/>
            <p:cNvCxnSpPr/>
            <p:nvPr/>
          </p:nvCxnSpPr>
          <p:spPr>
            <a:xfrm>
              <a:off x="-8700" y="30050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28" name="Google Shape;928;p21"/>
            <p:cNvCxnSpPr/>
            <p:nvPr/>
          </p:nvCxnSpPr>
          <p:spPr>
            <a:xfrm>
              <a:off x="-8700" y="33764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29" name="Google Shape;929;p21"/>
            <p:cNvCxnSpPr/>
            <p:nvPr/>
          </p:nvCxnSpPr>
          <p:spPr>
            <a:xfrm>
              <a:off x="-8700" y="37872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30" name="Google Shape;930;p21"/>
            <p:cNvCxnSpPr/>
            <p:nvPr/>
          </p:nvCxnSpPr>
          <p:spPr>
            <a:xfrm>
              <a:off x="-8700" y="41361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31" name="Google Shape;931;p21"/>
            <p:cNvCxnSpPr/>
            <p:nvPr/>
          </p:nvCxnSpPr>
          <p:spPr>
            <a:xfrm>
              <a:off x="-8700" y="45470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32" name="Google Shape;932;p21"/>
            <p:cNvCxnSpPr/>
            <p:nvPr/>
          </p:nvCxnSpPr>
          <p:spPr>
            <a:xfrm>
              <a:off x="-8700" y="48508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933" name="Google Shape;933;p21"/>
          <p:cNvGrpSpPr/>
          <p:nvPr/>
        </p:nvGrpSpPr>
        <p:grpSpPr>
          <a:xfrm>
            <a:off x="366955" y="155451"/>
            <a:ext cx="11208224" cy="6320500"/>
            <a:chOff x="155350" y="201563"/>
            <a:chExt cx="8686750" cy="4740375"/>
          </a:xfrm>
        </p:grpSpPr>
        <p:sp>
          <p:nvSpPr>
            <p:cNvPr id="934" name="Google Shape;934;p21"/>
            <p:cNvSpPr/>
            <p:nvPr/>
          </p:nvSpPr>
          <p:spPr>
            <a:xfrm>
              <a:off x="8494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35" name="Google Shape;935;p21"/>
            <p:cNvSpPr/>
            <p:nvPr/>
          </p:nvSpPr>
          <p:spPr>
            <a:xfrm>
              <a:off x="46952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936" name="Google Shape;936;p21"/>
            <p:cNvGrpSpPr/>
            <p:nvPr/>
          </p:nvGrpSpPr>
          <p:grpSpPr>
            <a:xfrm>
              <a:off x="155350" y="382538"/>
              <a:ext cx="8686750" cy="4559400"/>
              <a:chOff x="155350" y="382538"/>
              <a:chExt cx="8686750" cy="4559400"/>
            </a:xfrm>
          </p:grpSpPr>
          <p:sp>
            <p:nvSpPr>
              <p:cNvPr id="937" name="Google Shape;937;p21"/>
              <p:cNvSpPr/>
              <p:nvPr/>
            </p:nvSpPr>
            <p:spPr>
              <a:xfrm>
                <a:off x="302000" y="382538"/>
                <a:ext cx="8540100" cy="4559400"/>
              </a:xfrm>
              <a:prstGeom prst="roundRect">
                <a:avLst>
                  <a:gd name="adj" fmla="val 2747"/>
                </a:avLst>
              </a:prstGeom>
              <a:solidFill>
                <a:schemeClr val="accent4"/>
              </a:solidFill>
              <a:ln>
                <a:noFill/>
              </a:ln>
              <a:effectLst>
                <a:outerShdw dist="57150" dir="2400000" algn="bl" rotWithShape="0">
                  <a:schemeClr val="dk1">
                    <a:alpha val="7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pic>
            <p:nvPicPr>
              <p:cNvPr id="938" name="Google Shape;938;p21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155350" y="640650"/>
                <a:ext cx="291950" cy="27553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939" name="Google Shape;939;p21"/>
              <p:cNvPicPr preferRelativeResize="0"/>
              <p:nvPr/>
            </p:nvPicPr>
            <p:blipFill rotWithShape="1">
              <a:blip r:embed="rId2">
                <a:alphaModFix/>
              </a:blip>
              <a:srcRect b="53499"/>
              <a:stretch/>
            </p:blipFill>
            <p:spPr>
              <a:xfrm>
                <a:off x="155350" y="3402600"/>
                <a:ext cx="291950" cy="128124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sp>
        <p:nvSpPr>
          <p:cNvPr id="940" name="Google Shape;940;p21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941" name="Google Shape;941;p21"/>
          <p:cNvSpPr txBox="1">
            <a:spLocks noGrp="1"/>
          </p:cNvSpPr>
          <p:nvPr>
            <p:ph type="subTitle" idx="1"/>
          </p:nvPr>
        </p:nvSpPr>
        <p:spPr>
          <a:xfrm>
            <a:off x="3771133" y="4500800"/>
            <a:ext cx="5477200" cy="12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2" name="Google Shape;942;p21"/>
          <p:cNvSpPr txBox="1">
            <a:spLocks noGrp="1"/>
          </p:cNvSpPr>
          <p:nvPr>
            <p:ph type="subTitle" idx="2"/>
          </p:nvPr>
        </p:nvSpPr>
        <p:spPr>
          <a:xfrm>
            <a:off x="3771139" y="2418000"/>
            <a:ext cx="5477200" cy="121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3" name="Google Shape;943;p21"/>
          <p:cNvSpPr txBox="1">
            <a:spLocks noGrp="1"/>
          </p:cNvSpPr>
          <p:nvPr>
            <p:ph type="subTitle" idx="3"/>
          </p:nvPr>
        </p:nvSpPr>
        <p:spPr>
          <a:xfrm>
            <a:off x="3771137" y="1883033"/>
            <a:ext cx="5477200" cy="74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2667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9pPr>
          </a:lstStyle>
          <a:p>
            <a:endParaRPr/>
          </a:p>
        </p:txBody>
      </p:sp>
      <p:sp>
        <p:nvSpPr>
          <p:cNvPr id="944" name="Google Shape;944;p21"/>
          <p:cNvSpPr txBox="1">
            <a:spLocks noGrp="1"/>
          </p:cNvSpPr>
          <p:nvPr>
            <p:ph type="subTitle" idx="4"/>
          </p:nvPr>
        </p:nvSpPr>
        <p:spPr>
          <a:xfrm>
            <a:off x="3771139" y="3965833"/>
            <a:ext cx="5477200" cy="74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2667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597839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 and two columns 2">
    <p:spTree>
      <p:nvGrpSpPr>
        <p:cNvPr id="1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6" name="Google Shape;946;p22"/>
          <p:cNvGrpSpPr/>
          <p:nvPr/>
        </p:nvGrpSpPr>
        <p:grpSpPr>
          <a:xfrm>
            <a:off x="-11600" y="5000"/>
            <a:ext cx="12215200" cy="6880400"/>
            <a:chOff x="-8700" y="3750"/>
            <a:chExt cx="9161400" cy="5160300"/>
          </a:xfrm>
        </p:grpSpPr>
        <p:grpSp>
          <p:nvGrpSpPr>
            <p:cNvPr id="947" name="Google Shape;947;p22"/>
            <p:cNvGrpSpPr/>
            <p:nvPr/>
          </p:nvGrpSpPr>
          <p:grpSpPr>
            <a:xfrm>
              <a:off x="334175" y="3750"/>
              <a:ext cx="8475647" cy="5160300"/>
              <a:chOff x="334175" y="3750"/>
              <a:chExt cx="8475647" cy="5160300"/>
            </a:xfrm>
          </p:grpSpPr>
          <p:cxnSp>
            <p:nvCxnSpPr>
              <p:cNvPr id="948" name="Google Shape;948;p22"/>
              <p:cNvCxnSpPr/>
              <p:nvPr/>
            </p:nvCxnSpPr>
            <p:spPr>
              <a:xfrm>
                <a:off x="33417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49" name="Google Shape;949;p22"/>
              <p:cNvCxnSpPr/>
              <p:nvPr/>
            </p:nvCxnSpPr>
            <p:spPr>
              <a:xfrm>
                <a:off x="68732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50" name="Google Shape;950;p22"/>
              <p:cNvCxnSpPr/>
              <p:nvPr/>
            </p:nvCxnSpPr>
            <p:spPr>
              <a:xfrm>
                <a:off x="104047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51" name="Google Shape;951;p22"/>
              <p:cNvCxnSpPr/>
              <p:nvPr/>
            </p:nvCxnSpPr>
            <p:spPr>
              <a:xfrm>
                <a:off x="139363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52" name="Google Shape;952;p22"/>
              <p:cNvCxnSpPr/>
              <p:nvPr/>
            </p:nvCxnSpPr>
            <p:spPr>
              <a:xfrm>
                <a:off x="174678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53" name="Google Shape;953;p22"/>
              <p:cNvCxnSpPr/>
              <p:nvPr/>
            </p:nvCxnSpPr>
            <p:spPr>
              <a:xfrm>
                <a:off x="209993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54" name="Google Shape;954;p22"/>
              <p:cNvCxnSpPr/>
              <p:nvPr/>
            </p:nvCxnSpPr>
            <p:spPr>
              <a:xfrm>
                <a:off x="245308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55" name="Google Shape;955;p22"/>
              <p:cNvCxnSpPr/>
              <p:nvPr/>
            </p:nvCxnSpPr>
            <p:spPr>
              <a:xfrm>
                <a:off x="280623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56" name="Google Shape;956;p22"/>
              <p:cNvCxnSpPr/>
              <p:nvPr/>
            </p:nvCxnSpPr>
            <p:spPr>
              <a:xfrm>
                <a:off x="315939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57" name="Google Shape;957;p22"/>
              <p:cNvCxnSpPr/>
              <p:nvPr/>
            </p:nvCxnSpPr>
            <p:spPr>
              <a:xfrm>
                <a:off x="351254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58" name="Google Shape;958;p22"/>
              <p:cNvCxnSpPr/>
              <p:nvPr/>
            </p:nvCxnSpPr>
            <p:spPr>
              <a:xfrm>
                <a:off x="386569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59" name="Google Shape;959;p22"/>
              <p:cNvCxnSpPr/>
              <p:nvPr/>
            </p:nvCxnSpPr>
            <p:spPr>
              <a:xfrm>
                <a:off x="421884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60" name="Google Shape;960;p22"/>
              <p:cNvCxnSpPr/>
              <p:nvPr/>
            </p:nvCxnSpPr>
            <p:spPr>
              <a:xfrm>
                <a:off x="457199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61" name="Google Shape;961;p22"/>
              <p:cNvCxnSpPr/>
              <p:nvPr/>
            </p:nvCxnSpPr>
            <p:spPr>
              <a:xfrm>
                <a:off x="492515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62" name="Google Shape;962;p22"/>
              <p:cNvCxnSpPr/>
              <p:nvPr/>
            </p:nvCxnSpPr>
            <p:spPr>
              <a:xfrm>
                <a:off x="527830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63" name="Google Shape;963;p22"/>
              <p:cNvCxnSpPr/>
              <p:nvPr/>
            </p:nvCxnSpPr>
            <p:spPr>
              <a:xfrm>
                <a:off x="563145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64" name="Google Shape;964;p22"/>
              <p:cNvCxnSpPr/>
              <p:nvPr/>
            </p:nvCxnSpPr>
            <p:spPr>
              <a:xfrm>
                <a:off x="598460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65" name="Google Shape;965;p22"/>
              <p:cNvCxnSpPr/>
              <p:nvPr/>
            </p:nvCxnSpPr>
            <p:spPr>
              <a:xfrm>
                <a:off x="633775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66" name="Google Shape;966;p22"/>
              <p:cNvCxnSpPr/>
              <p:nvPr/>
            </p:nvCxnSpPr>
            <p:spPr>
              <a:xfrm>
                <a:off x="669091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67" name="Google Shape;967;p22"/>
              <p:cNvCxnSpPr/>
              <p:nvPr/>
            </p:nvCxnSpPr>
            <p:spPr>
              <a:xfrm>
                <a:off x="704406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68" name="Google Shape;968;p22"/>
              <p:cNvCxnSpPr/>
              <p:nvPr/>
            </p:nvCxnSpPr>
            <p:spPr>
              <a:xfrm>
                <a:off x="739721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69" name="Google Shape;969;p22"/>
              <p:cNvCxnSpPr/>
              <p:nvPr/>
            </p:nvCxnSpPr>
            <p:spPr>
              <a:xfrm>
                <a:off x="775036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70" name="Google Shape;970;p22"/>
              <p:cNvCxnSpPr/>
              <p:nvPr/>
            </p:nvCxnSpPr>
            <p:spPr>
              <a:xfrm>
                <a:off x="810351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71" name="Google Shape;971;p22"/>
              <p:cNvCxnSpPr/>
              <p:nvPr/>
            </p:nvCxnSpPr>
            <p:spPr>
              <a:xfrm>
                <a:off x="845667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72" name="Google Shape;972;p22"/>
              <p:cNvCxnSpPr/>
              <p:nvPr/>
            </p:nvCxnSpPr>
            <p:spPr>
              <a:xfrm>
                <a:off x="880982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973" name="Google Shape;973;p22"/>
            <p:cNvCxnSpPr/>
            <p:nvPr/>
          </p:nvCxnSpPr>
          <p:spPr>
            <a:xfrm>
              <a:off x="-8700" y="2926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74" name="Google Shape;974;p22"/>
            <p:cNvCxnSpPr/>
            <p:nvPr/>
          </p:nvCxnSpPr>
          <p:spPr>
            <a:xfrm>
              <a:off x="-8700" y="7034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75" name="Google Shape;975;p22"/>
            <p:cNvCxnSpPr/>
            <p:nvPr/>
          </p:nvCxnSpPr>
          <p:spPr>
            <a:xfrm>
              <a:off x="-8700" y="10523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76" name="Google Shape;976;p22"/>
            <p:cNvCxnSpPr/>
            <p:nvPr/>
          </p:nvCxnSpPr>
          <p:spPr>
            <a:xfrm>
              <a:off x="-8700" y="14631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77" name="Google Shape;977;p22"/>
            <p:cNvCxnSpPr/>
            <p:nvPr/>
          </p:nvCxnSpPr>
          <p:spPr>
            <a:xfrm>
              <a:off x="-8700" y="18345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78" name="Google Shape;978;p22"/>
            <p:cNvCxnSpPr/>
            <p:nvPr/>
          </p:nvCxnSpPr>
          <p:spPr>
            <a:xfrm>
              <a:off x="-8700" y="22453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79" name="Google Shape;979;p22"/>
            <p:cNvCxnSpPr/>
            <p:nvPr/>
          </p:nvCxnSpPr>
          <p:spPr>
            <a:xfrm>
              <a:off x="-8700" y="25942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80" name="Google Shape;980;p22"/>
            <p:cNvCxnSpPr/>
            <p:nvPr/>
          </p:nvCxnSpPr>
          <p:spPr>
            <a:xfrm>
              <a:off x="-8700" y="30050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81" name="Google Shape;981;p22"/>
            <p:cNvCxnSpPr/>
            <p:nvPr/>
          </p:nvCxnSpPr>
          <p:spPr>
            <a:xfrm>
              <a:off x="-8700" y="33764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82" name="Google Shape;982;p22"/>
            <p:cNvCxnSpPr/>
            <p:nvPr/>
          </p:nvCxnSpPr>
          <p:spPr>
            <a:xfrm>
              <a:off x="-8700" y="37872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83" name="Google Shape;983;p22"/>
            <p:cNvCxnSpPr/>
            <p:nvPr/>
          </p:nvCxnSpPr>
          <p:spPr>
            <a:xfrm>
              <a:off x="-8700" y="41361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84" name="Google Shape;984;p22"/>
            <p:cNvCxnSpPr/>
            <p:nvPr/>
          </p:nvCxnSpPr>
          <p:spPr>
            <a:xfrm>
              <a:off x="-8700" y="45470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85" name="Google Shape;985;p22"/>
            <p:cNvCxnSpPr/>
            <p:nvPr/>
          </p:nvCxnSpPr>
          <p:spPr>
            <a:xfrm>
              <a:off x="-8700" y="48508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986" name="Google Shape;986;p22"/>
          <p:cNvGrpSpPr/>
          <p:nvPr/>
        </p:nvGrpSpPr>
        <p:grpSpPr>
          <a:xfrm>
            <a:off x="366955" y="396751"/>
            <a:ext cx="11208224" cy="6384000"/>
            <a:chOff x="275216" y="297563"/>
            <a:chExt cx="8406168" cy="4788000"/>
          </a:xfrm>
        </p:grpSpPr>
        <p:grpSp>
          <p:nvGrpSpPr>
            <p:cNvPr id="987" name="Google Shape;987;p22"/>
            <p:cNvGrpSpPr/>
            <p:nvPr/>
          </p:nvGrpSpPr>
          <p:grpSpPr>
            <a:xfrm>
              <a:off x="275216" y="297563"/>
              <a:ext cx="8406168" cy="4559400"/>
              <a:chOff x="155350" y="382538"/>
              <a:chExt cx="8686750" cy="4559400"/>
            </a:xfrm>
          </p:grpSpPr>
          <p:sp>
            <p:nvSpPr>
              <p:cNvPr id="988" name="Google Shape;988;p22"/>
              <p:cNvSpPr/>
              <p:nvPr/>
            </p:nvSpPr>
            <p:spPr>
              <a:xfrm>
                <a:off x="302000" y="382538"/>
                <a:ext cx="8540100" cy="4559400"/>
              </a:xfrm>
              <a:prstGeom prst="roundRect">
                <a:avLst>
                  <a:gd name="adj" fmla="val 2747"/>
                </a:avLst>
              </a:prstGeom>
              <a:solidFill>
                <a:schemeClr val="accent4"/>
              </a:solidFill>
              <a:ln>
                <a:noFill/>
              </a:ln>
              <a:effectLst>
                <a:outerShdw dist="57150" dir="2400000" algn="bl" rotWithShape="0">
                  <a:schemeClr val="dk1">
                    <a:alpha val="7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pic>
            <p:nvPicPr>
              <p:cNvPr id="989" name="Google Shape;989;p22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155350" y="640650"/>
                <a:ext cx="291950" cy="27553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990" name="Google Shape;990;p22"/>
              <p:cNvPicPr preferRelativeResize="0"/>
              <p:nvPr/>
            </p:nvPicPr>
            <p:blipFill rotWithShape="1">
              <a:blip r:embed="rId2">
                <a:alphaModFix/>
              </a:blip>
              <a:srcRect b="53499"/>
              <a:stretch/>
            </p:blipFill>
            <p:spPr>
              <a:xfrm>
                <a:off x="155350" y="3402600"/>
                <a:ext cx="291950" cy="128124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991" name="Google Shape;991;p22"/>
            <p:cNvSpPr/>
            <p:nvPr/>
          </p:nvSpPr>
          <p:spPr>
            <a:xfrm rot="10800000" flipH="1">
              <a:off x="946897" y="4856963"/>
              <a:ext cx="1622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2" name="Google Shape;992;p22"/>
            <p:cNvSpPr/>
            <p:nvPr/>
          </p:nvSpPr>
          <p:spPr>
            <a:xfrm rot="10800000" flipH="1">
              <a:off x="2807687" y="4856963"/>
              <a:ext cx="1622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3" name="Google Shape;993;p22"/>
            <p:cNvSpPr/>
            <p:nvPr/>
          </p:nvSpPr>
          <p:spPr>
            <a:xfrm rot="10800000" flipH="1">
              <a:off x="4668477" y="4856963"/>
              <a:ext cx="1622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4" name="Google Shape;994;p22"/>
            <p:cNvSpPr/>
            <p:nvPr/>
          </p:nvSpPr>
          <p:spPr>
            <a:xfrm rot="10800000" flipH="1">
              <a:off x="6529268" y="4856963"/>
              <a:ext cx="1622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995" name="Google Shape;995;p22"/>
          <p:cNvSpPr/>
          <p:nvPr/>
        </p:nvSpPr>
        <p:spPr>
          <a:xfrm>
            <a:off x="1262529" y="155451"/>
            <a:ext cx="2163003" cy="3048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96" name="Google Shape;996;p22"/>
          <p:cNvSpPr/>
          <p:nvPr/>
        </p:nvSpPr>
        <p:spPr>
          <a:xfrm>
            <a:off x="3743583" y="155451"/>
            <a:ext cx="2163003" cy="3048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97" name="Google Shape;997;p22"/>
          <p:cNvSpPr/>
          <p:nvPr/>
        </p:nvSpPr>
        <p:spPr>
          <a:xfrm>
            <a:off x="6224636" y="155451"/>
            <a:ext cx="2163003" cy="3048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98" name="Google Shape;998;p22"/>
          <p:cNvSpPr/>
          <p:nvPr/>
        </p:nvSpPr>
        <p:spPr>
          <a:xfrm>
            <a:off x="8705691" y="155451"/>
            <a:ext cx="2163003" cy="3048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99" name="Google Shape;999;p22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1000" name="Google Shape;1000;p22"/>
          <p:cNvSpPr txBox="1">
            <a:spLocks noGrp="1"/>
          </p:cNvSpPr>
          <p:nvPr>
            <p:ph type="subTitle" idx="1"/>
          </p:nvPr>
        </p:nvSpPr>
        <p:spPr>
          <a:xfrm>
            <a:off x="6397643" y="2265067"/>
            <a:ext cx="3774000" cy="322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1" name="Google Shape;1001;p22"/>
          <p:cNvSpPr txBox="1">
            <a:spLocks noGrp="1"/>
          </p:cNvSpPr>
          <p:nvPr>
            <p:ph type="subTitle" idx="2"/>
          </p:nvPr>
        </p:nvSpPr>
        <p:spPr>
          <a:xfrm>
            <a:off x="2020467" y="2265067"/>
            <a:ext cx="3774000" cy="322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023635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3">
  <p:cSld name="Title and two columns 3">
    <p:spTree>
      <p:nvGrpSpPr>
        <p:cNvPr id="1" name="Shape 10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3" name="Google Shape;1003;p23"/>
          <p:cNvGrpSpPr/>
          <p:nvPr/>
        </p:nvGrpSpPr>
        <p:grpSpPr>
          <a:xfrm>
            <a:off x="-11600" y="5000"/>
            <a:ext cx="12215200" cy="6880400"/>
            <a:chOff x="-8700" y="3750"/>
            <a:chExt cx="9161400" cy="5160300"/>
          </a:xfrm>
        </p:grpSpPr>
        <p:grpSp>
          <p:nvGrpSpPr>
            <p:cNvPr id="1004" name="Google Shape;1004;p23"/>
            <p:cNvGrpSpPr/>
            <p:nvPr/>
          </p:nvGrpSpPr>
          <p:grpSpPr>
            <a:xfrm>
              <a:off x="334175" y="3750"/>
              <a:ext cx="8475647" cy="5160300"/>
              <a:chOff x="334175" y="3750"/>
              <a:chExt cx="8475647" cy="5160300"/>
            </a:xfrm>
          </p:grpSpPr>
          <p:cxnSp>
            <p:nvCxnSpPr>
              <p:cNvPr id="1005" name="Google Shape;1005;p23"/>
              <p:cNvCxnSpPr/>
              <p:nvPr/>
            </p:nvCxnSpPr>
            <p:spPr>
              <a:xfrm>
                <a:off x="33417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6" name="Google Shape;1006;p23"/>
              <p:cNvCxnSpPr/>
              <p:nvPr/>
            </p:nvCxnSpPr>
            <p:spPr>
              <a:xfrm>
                <a:off x="68732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7" name="Google Shape;1007;p23"/>
              <p:cNvCxnSpPr/>
              <p:nvPr/>
            </p:nvCxnSpPr>
            <p:spPr>
              <a:xfrm>
                <a:off x="104047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8" name="Google Shape;1008;p23"/>
              <p:cNvCxnSpPr/>
              <p:nvPr/>
            </p:nvCxnSpPr>
            <p:spPr>
              <a:xfrm>
                <a:off x="139363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9" name="Google Shape;1009;p23"/>
              <p:cNvCxnSpPr/>
              <p:nvPr/>
            </p:nvCxnSpPr>
            <p:spPr>
              <a:xfrm>
                <a:off x="174678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0" name="Google Shape;1010;p23"/>
              <p:cNvCxnSpPr/>
              <p:nvPr/>
            </p:nvCxnSpPr>
            <p:spPr>
              <a:xfrm>
                <a:off x="209993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1" name="Google Shape;1011;p23"/>
              <p:cNvCxnSpPr/>
              <p:nvPr/>
            </p:nvCxnSpPr>
            <p:spPr>
              <a:xfrm>
                <a:off x="245308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2" name="Google Shape;1012;p23"/>
              <p:cNvCxnSpPr/>
              <p:nvPr/>
            </p:nvCxnSpPr>
            <p:spPr>
              <a:xfrm>
                <a:off x="280623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3" name="Google Shape;1013;p23"/>
              <p:cNvCxnSpPr/>
              <p:nvPr/>
            </p:nvCxnSpPr>
            <p:spPr>
              <a:xfrm>
                <a:off x="315939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4" name="Google Shape;1014;p23"/>
              <p:cNvCxnSpPr/>
              <p:nvPr/>
            </p:nvCxnSpPr>
            <p:spPr>
              <a:xfrm>
                <a:off x="351254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5" name="Google Shape;1015;p23"/>
              <p:cNvCxnSpPr/>
              <p:nvPr/>
            </p:nvCxnSpPr>
            <p:spPr>
              <a:xfrm>
                <a:off x="386569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6" name="Google Shape;1016;p23"/>
              <p:cNvCxnSpPr/>
              <p:nvPr/>
            </p:nvCxnSpPr>
            <p:spPr>
              <a:xfrm>
                <a:off x="421884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7" name="Google Shape;1017;p23"/>
              <p:cNvCxnSpPr/>
              <p:nvPr/>
            </p:nvCxnSpPr>
            <p:spPr>
              <a:xfrm>
                <a:off x="457199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8" name="Google Shape;1018;p23"/>
              <p:cNvCxnSpPr/>
              <p:nvPr/>
            </p:nvCxnSpPr>
            <p:spPr>
              <a:xfrm>
                <a:off x="492515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9" name="Google Shape;1019;p23"/>
              <p:cNvCxnSpPr/>
              <p:nvPr/>
            </p:nvCxnSpPr>
            <p:spPr>
              <a:xfrm>
                <a:off x="527830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0" name="Google Shape;1020;p23"/>
              <p:cNvCxnSpPr/>
              <p:nvPr/>
            </p:nvCxnSpPr>
            <p:spPr>
              <a:xfrm>
                <a:off x="563145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1" name="Google Shape;1021;p23"/>
              <p:cNvCxnSpPr/>
              <p:nvPr/>
            </p:nvCxnSpPr>
            <p:spPr>
              <a:xfrm>
                <a:off x="598460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2" name="Google Shape;1022;p23"/>
              <p:cNvCxnSpPr/>
              <p:nvPr/>
            </p:nvCxnSpPr>
            <p:spPr>
              <a:xfrm>
                <a:off x="633775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3" name="Google Shape;1023;p23"/>
              <p:cNvCxnSpPr/>
              <p:nvPr/>
            </p:nvCxnSpPr>
            <p:spPr>
              <a:xfrm>
                <a:off x="669091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4" name="Google Shape;1024;p23"/>
              <p:cNvCxnSpPr/>
              <p:nvPr/>
            </p:nvCxnSpPr>
            <p:spPr>
              <a:xfrm>
                <a:off x="704406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5" name="Google Shape;1025;p23"/>
              <p:cNvCxnSpPr/>
              <p:nvPr/>
            </p:nvCxnSpPr>
            <p:spPr>
              <a:xfrm>
                <a:off x="739721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6" name="Google Shape;1026;p23"/>
              <p:cNvCxnSpPr/>
              <p:nvPr/>
            </p:nvCxnSpPr>
            <p:spPr>
              <a:xfrm>
                <a:off x="775036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7" name="Google Shape;1027;p23"/>
              <p:cNvCxnSpPr/>
              <p:nvPr/>
            </p:nvCxnSpPr>
            <p:spPr>
              <a:xfrm>
                <a:off x="810351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8" name="Google Shape;1028;p23"/>
              <p:cNvCxnSpPr/>
              <p:nvPr/>
            </p:nvCxnSpPr>
            <p:spPr>
              <a:xfrm>
                <a:off x="845667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9" name="Google Shape;1029;p23"/>
              <p:cNvCxnSpPr/>
              <p:nvPr/>
            </p:nvCxnSpPr>
            <p:spPr>
              <a:xfrm>
                <a:off x="880982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1030" name="Google Shape;1030;p23"/>
            <p:cNvCxnSpPr/>
            <p:nvPr/>
          </p:nvCxnSpPr>
          <p:spPr>
            <a:xfrm>
              <a:off x="-8700" y="2926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31" name="Google Shape;1031;p23"/>
            <p:cNvCxnSpPr/>
            <p:nvPr/>
          </p:nvCxnSpPr>
          <p:spPr>
            <a:xfrm>
              <a:off x="-8700" y="7034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32" name="Google Shape;1032;p23"/>
            <p:cNvCxnSpPr/>
            <p:nvPr/>
          </p:nvCxnSpPr>
          <p:spPr>
            <a:xfrm>
              <a:off x="-8700" y="10523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33" name="Google Shape;1033;p23"/>
            <p:cNvCxnSpPr/>
            <p:nvPr/>
          </p:nvCxnSpPr>
          <p:spPr>
            <a:xfrm>
              <a:off x="-8700" y="14631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34" name="Google Shape;1034;p23"/>
            <p:cNvCxnSpPr/>
            <p:nvPr/>
          </p:nvCxnSpPr>
          <p:spPr>
            <a:xfrm>
              <a:off x="-8700" y="18345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35" name="Google Shape;1035;p23"/>
            <p:cNvCxnSpPr/>
            <p:nvPr/>
          </p:nvCxnSpPr>
          <p:spPr>
            <a:xfrm>
              <a:off x="-8700" y="22453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36" name="Google Shape;1036;p23"/>
            <p:cNvCxnSpPr/>
            <p:nvPr/>
          </p:nvCxnSpPr>
          <p:spPr>
            <a:xfrm>
              <a:off x="-8700" y="25942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37" name="Google Shape;1037;p23"/>
            <p:cNvCxnSpPr/>
            <p:nvPr/>
          </p:nvCxnSpPr>
          <p:spPr>
            <a:xfrm>
              <a:off x="-8700" y="30050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38" name="Google Shape;1038;p23"/>
            <p:cNvCxnSpPr/>
            <p:nvPr/>
          </p:nvCxnSpPr>
          <p:spPr>
            <a:xfrm>
              <a:off x="-8700" y="33764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39" name="Google Shape;1039;p23"/>
            <p:cNvCxnSpPr/>
            <p:nvPr/>
          </p:nvCxnSpPr>
          <p:spPr>
            <a:xfrm>
              <a:off x="-8700" y="37872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40" name="Google Shape;1040;p23"/>
            <p:cNvCxnSpPr/>
            <p:nvPr/>
          </p:nvCxnSpPr>
          <p:spPr>
            <a:xfrm>
              <a:off x="-8700" y="41361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41" name="Google Shape;1041;p23"/>
            <p:cNvCxnSpPr/>
            <p:nvPr/>
          </p:nvCxnSpPr>
          <p:spPr>
            <a:xfrm>
              <a:off x="-8700" y="45470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42" name="Google Shape;1042;p23"/>
            <p:cNvCxnSpPr/>
            <p:nvPr/>
          </p:nvCxnSpPr>
          <p:spPr>
            <a:xfrm>
              <a:off x="-8700" y="48508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043" name="Google Shape;1043;p23"/>
          <p:cNvGrpSpPr/>
          <p:nvPr/>
        </p:nvGrpSpPr>
        <p:grpSpPr>
          <a:xfrm>
            <a:off x="366955" y="155451"/>
            <a:ext cx="11208224" cy="6320500"/>
            <a:chOff x="155350" y="201563"/>
            <a:chExt cx="8686750" cy="4740375"/>
          </a:xfrm>
        </p:grpSpPr>
        <p:sp>
          <p:nvSpPr>
            <p:cNvPr id="1044" name="Google Shape;1044;p23"/>
            <p:cNvSpPr/>
            <p:nvPr/>
          </p:nvSpPr>
          <p:spPr>
            <a:xfrm>
              <a:off x="8494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5" name="Google Shape;1045;p23"/>
            <p:cNvSpPr/>
            <p:nvPr/>
          </p:nvSpPr>
          <p:spPr>
            <a:xfrm>
              <a:off x="27723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6" name="Google Shape;1046;p23"/>
            <p:cNvSpPr/>
            <p:nvPr/>
          </p:nvSpPr>
          <p:spPr>
            <a:xfrm>
              <a:off x="46952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1047" name="Google Shape;1047;p23"/>
            <p:cNvGrpSpPr/>
            <p:nvPr/>
          </p:nvGrpSpPr>
          <p:grpSpPr>
            <a:xfrm>
              <a:off x="155350" y="382538"/>
              <a:ext cx="8686750" cy="4559400"/>
              <a:chOff x="155350" y="382538"/>
              <a:chExt cx="8686750" cy="4559400"/>
            </a:xfrm>
          </p:grpSpPr>
          <p:sp>
            <p:nvSpPr>
              <p:cNvPr id="1048" name="Google Shape;1048;p23"/>
              <p:cNvSpPr/>
              <p:nvPr/>
            </p:nvSpPr>
            <p:spPr>
              <a:xfrm>
                <a:off x="302000" y="382538"/>
                <a:ext cx="8540100" cy="4559400"/>
              </a:xfrm>
              <a:prstGeom prst="roundRect">
                <a:avLst>
                  <a:gd name="adj" fmla="val 2747"/>
                </a:avLst>
              </a:prstGeom>
              <a:solidFill>
                <a:schemeClr val="accent4"/>
              </a:solidFill>
              <a:ln>
                <a:noFill/>
              </a:ln>
              <a:effectLst>
                <a:outerShdw dist="57150" dir="2400000" algn="bl" rotWithShape="0">
                  <a:schemeClr val="dk1">
                    <a:alpha val="7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pic>
            <p:nvPicPr>
              <p:cNvPr id="1049" name="Google Shape;1049;p23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155350" y="640650"/>
                <a:ext cx="291950" cy="27553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50" name="Google Shape;1050;p23"/>
              <p:cNvPicPr preferRelativeResize="0"/>
              <p:nvPr/>
            </p:nvPicPr>
            <p:blipFill rotWithShape="1">
              <a:blip r:embed="rId2">
                <a:alphaModFix/>
              </a:blip>
              <a:srcRect b="53499"/>
              <a:stretch/>
            </p:blipFill>
            <p:spPr>
              <a:xfrm>
                <a:off x="155350" y="3402600"/>
                <a:ext cx="291950" cy="128124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sp>
        <p:nvSpPr>
          <p:cNvPr id="1051" name="Google Shape;1051;p23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1052" name="Google Shape;1052;p23"/>
          <p:cNvSpPr txBox="1">
            <a:spLocks noGrp="1"/>
          </p:cNvSpPr>
          <p:nvPr>
            <p:ph type="subTitle" idx="1"/>
          </p:nvPr>
        </p:nvSpPr>
        <p:spPr>
          <a:xfrm>
            <a:off x="6175884" y="2620667"/>
            <a:ext cx="4996800" cy="322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053" name="Google Shape;1053;p23"/>
          <p:cNvSpPr txBox="1">
            <a:spLocks noGrp="1"/>
          </p:cNvSpPr>
          <p:nvPr>
            <p:ph type="subTitle" idx="2"/>
          </p:nvPr>
        </p:nvSpPr>
        <p:spPr>
          <a:xfrm>
            <a:off x="1019317" y="2620667"/>
            <a:ext cx="4996800" cy="322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054" name="Google Shape;1054;p23"/>
          <p:cNvSpPr txBox="1">
            <a:spLocks noGrp="1"/>
          </p:cNvSpPr>
          <p:nvPr>
            <p:ph type="subTitle" idx="3"/>
          </p:nvPr>
        </p:nvSpPr>
        <p:spPr>
          <a:xfrm>
            <a:off x="1019316" y="2055333"/>
            <a:ext cx="4996800" cy="7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2667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9pPr>
          </a:lstStyle>
          <a:p>
            <a:endParaRPr/>
          </a:p>
        </p:txBody>
      </p:sp>
      <p:sp>
        <p:nvSpPr>
          <p:cNvPr id="1055" name="Google Shape;1055;p23"/>
          <p:cNvSpPr txBox="1">
            <a:spLocks noGrp="1"/>
          </p:cNvSpPr>
          <p:nvPr>
            <p:ph type="subTitle" idx="4"/>
          </p:nvPr>
        </p:nvSpPr>
        <p:spPr>
          <a:xfrm>
            <a:off x="6175891" y="2055333"/>
            <a:ext cx="4996800" cy="7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2667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1244768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10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7" name="Google Shape;1057;p24"/>
          <p:cNvGrpSpPr/>
          <p:nvPr/>
        </p:nvGrpSpPr>
        <p:grpSpPr>
          <a:xfrm>
            <a:off x="-11600" y="5000"/>
            <a:ext cx="12215200" cy="6880400"/>
            <a:chOff x="-8700" y="3750"/>
            <a:chExt cx="9161400" cy="5160300"/>
          </a:xfrm>
        </p:grpSpPr>
        <p:grpSp>
          <p:nvGrpSpPr>
            <p:cNvPr id="1058" name="Google Shape;1058;p24"/>
            <p:cNvGrpSpPr/>
            <p:nvPr/>
          </p:nvGrpSpPr>
          <p:grpSpPr>
            <a:xfrm>
              <a:off x="334175" y="3750"/>
              <a:ext cx="8475647" cy="5160300"/>
              <a:chOff x="334175" y="3750"/>
              <a:chExt cx="8475647" cy="5160300"/>
            </a:xfrm>
          </p:grpSpPr>
          <p:cxnSp>
            <p:nvCxnSpPr>
              <p:cNvPr id="1059" name="Google Shape;1059;p24"/>
              <p:cNvCxnSpPr/>
              <p:nvPr/>
            </p:nvCxnSpPr>
            <p:spPr>
              <a:xfrm>
                <a:off x="33417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60" name="Google Shape;1060;p24"/>
              <p:cNvCxnSpPr/>
              <p:nvPr/>
            </p:nvCxnSpPr>
            <p:spPr>
              <a:xfrm>
                <a:off x="68732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61" name="Google Shape;1061;p24"/>
              <p:cNvCxnSpPr/>
              <p:nvPr/>
            </p:nvCxnSpPr>
            <p:spPr>
              <a:xfrm>
                <a:off x="104047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62" name="Google Shape;1062;p24"/>
              <p:cNvCxnSpPr/>
              <p:nvPr/>
            </p:nvCxnSpPr>
            <p:spPr>
              <a:xfrm>
                <a:off x="139363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63" name="Google Shape;1063;p24"/>
              <p:cNvCxnSpPr/>
              <p:nvPr/>
            </p:nvCxnSpPr>
            <p:spPr>
              <a:xfrm>
                <a:off x="174678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64" name="Google Shape;1064;p24"/>
              <p:cNvCxnSpPr/>
              <p:nvPr/>
            </p:nvCxnSpPr>
            <p:spPr>
              <a:xfrm>
                <a:off x="209993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65" name="Google Shape;1065;p24"/>
              <p:cNvCxnSpPr/>
              <p:nvPr/>
            </p:nvCxnSpPr>
            <p:spPr>
              <a:xfrm>
                <a:off x="245308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66" name="Google Shape;1066;p24"/>
              <p:cNvCxnSpPr/>
              <p:nvPr/>
            </p:nvCxnSpPr>
            <p:spPr>
              <a:xfrm>
                <a:off x="280623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67" name="Google Shape;1067;p24"/>
              <p:cNvCxnSpPr/>
              <p:nvPr/>
            </p:nvCxnSpPr>
            <p:spPr>
              <a:xfrm>
                <a:off x="315939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68" name="Google Shape;1068;p24"/>
              <p:cNvCxnSpPr/>
              <p:nvPr/>
            </p:nvCxnSpPr>
            <p:spPr>
              <a:xfrm>
                <a:off x="351254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69" name="Google Shape;1069;p24"/>
              <p:cNvCxnSpPr/>
              <p:nvPr/>
            </p:nvCxnSpPr>
            <p:spPr>
              <a:xfrm>
                <a:off x="386569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70" name="Google Shape;1070;p24"/>
              <p:cNvCxnSpPr/>
              <p:nvPr/>
            </p:nvCxnSpPr>
            <p:spPr>
              <a:xfrm>
                <a:off x="421884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71" name="Google Shape;1071;p24"/>
              <p:cNvCxnSpPr/>
              <p:nvPr/>
            </p:nvCxnSpPr>
            <p:spPr>
              <a:xfrm>
                <a:off x="457199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72" name="Google Shape;1072;p24"/>
              <p:cNvCxnSpPr/>
              <p:nvPr/>
            </p:nvCxnSpPr>
            <p:spPr>
              <a:xfrm>
                <a:off x="492515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73" name="Google Shape;1073;p24"/>
              <p:cNvCxnSpPr/>
              <p:nvPr/>
            </p:nvCxnSpPr>
            <p:spPr>
              <a:xfrm>
                <a:off x="527830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74" name="Google Shape;1074;p24"/>
              <p:cNvCxnSpPr/>
              <p:nvPr/>
            </p:nvCxnSpPr>
            <p:spPr>
              <a:xfrm>
                <a:off x="563145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75" name="Google Shape;1075;p24"/>
              <p:cNvCxnSpPr/>
              <p:nvPr/>
            </p:nvCxnSpPr>
            <p:spPr>
              <a:xfrm>
                <a:off x="598460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76" name="Google Shape;1076;p24"/>
              <p:cNvCxnSpPr/>
              <p:nvPr/>
            </p:nvCxnSpPr>
            <p:spPr>
              <a:xfrm>
                <a:off x="633775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77" name="Google Shape;1077;p24"/>
              <p:cNvCxnSpPr/>
              <p:nvPr/>
            </p:nvCxnSpPr>
            <p:spPr>
              <a:xfrm>
                <a:off x="669091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78" name="Google Shape;1078;p24"/>
              <p:cNvCxnSpPr/>
              <p:nvPr/>
            </p:nvCxnSpPr>
            <p:spPr>
              <a:xfrm>
                <a:off x="704406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79" name="Google Shape;1079;p24"/>
              <p:cNvCxnSpPr/>
              <p:nvPr/>
            </p:nvCxnSpPr>
            <p:spPr>
              <a:xfrm>
                <a:off x="739721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80" name="Google Shape;1080;p24"/>
              <p:cNvCxnSpPr/>
              <p:nvPr/>
            </p:nvCxnSpPr>
            <p:spPr>
              <a:xfrm>
                <a:off x="775036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81" name="Google Shape;1081;p24"/>
              <p:cNvCxnSpPr/>
              <p:nvPr/>
            </p:nvCxnSpPr>
            <p:spPr>
              <a:xfrm>
                <a:off x="810351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82" name="Google Shape;1082;p24"/>
              <p:cNvCxnSpPr/>
              <p:nvPr/>
            </p:nvCxnSpPr>
            <p:spPr>
              <a:xfrm>
                <a:off x="845667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83" name="Google Shape;1083;p24"/>
              <p:cNvCxnSpPr/>
              <p:nvPr/>
            </p:nvCxnSpPr>
            <p:spPr>
              <a:xfrm>
                <a:off x="880982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1084" name="Google Shape;1084;p24"/>
            <p:cNvCxnSpPr/>
            <p:nvPr/>
          </p:nvCxnSpPr>
          <p:spPr>
            <a:xfrm>
              <a:off x="-8700" y="2926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5" name="Google Shape;1085;p24"/>
            <p:cNvCxnSpPr/>
            <p:nvPr/>
          </p:nvCxnSpPr>
          <p:spPr>
            <a:xfrm>
              <a:off x="-8700" y="7034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6" name="Google Shape;1086;p24"/>
            <p:cNvCxnSpPr/>
            <p:nvPr/>
          </p:nvCxnSpPr>
          <p:spPr>
            <a:xfrm>
              <a:off x="-8700" y="10523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7" name="Google Shape;1087;p24"/>
            <p:cNvCxnSpPr/>
            <p:nvPr/>
          </p:nvCxnSpPr>
          <p:spPr>
            <a:xfrm>
              <a:off x="-8700" y="14631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8" name="Google Shape;1088;p24"/>
            <p:cNvCxnSpPr/>
            <p:nvPr/>
          </p:nvCxnSpPr>
          <p:spPr>
            <a:xfrm>
              <a:off x="-8700" y="18345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89" name="Google Shape;1089;p24"/>
            <p:cNvCxnSpPr/>
            <p:nvPr/>
          </p:nvCxnSpPr>
          <p:spPr>
            <a:xfrm>
              <a:off x="-8700" y="22453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0" name="Google Shape;1090;p24"/>
            <p:cNvCxnSpPr/>
            <p:nvPr/>
          </p:nvCxnSpPr>
          <p:spPr>
            <a:xfrm>
              <a:off x="-8700" y="25942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1" name="Google Shape;1091;p24"/>
            <p:cNvCxnSpPr/>
            <p:nvPr/>
          </p:nvCxnSpPr>
          <p:spPr>
            <a:xfrm>
              <a:off x="-8700" y="30050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2" name="Google Shape;1092;p24"/>
            <p:cNvCxnSpPr/>
            <p:nvPr/>
          </p:nvCxnSpPr>
          <p:spPr>
            <a:xfrm>
              <a:off x="-8700" y="33764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3" name="Google Shape;1093;p24"/>
            <p:cNvCxnSpPr/>
            <p:nvPr/>
          </p:nvCxnSpPr>
          <p:spPr>
            <a:xfrm>
              <a:off x="-8700" y="37872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4" name="Google Shape;1094;p24"/>
            <p:cNvCxnSpPr/>
            <p:nvPr/>
          </p:nvCxnSpPr>
          <p:spPr>
            <a:xfrm>
              <a:off x="-8700" y="41361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5" name="Google Shape;1095;p24"/>
            <p:cNvCxnSpPr/>
            <p:nvPr/>
          </p:nvCxnSpPr>
          <p:spPr>
            <a:xfrm>
              <a:off x="-8700" y="45470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6" name="Google Shape;1096;p24"/>
            <p:cNvCxnSpPr/>
            <p:nvPr/>
          </p:nvCxnSpPr>
          <p:spPr>
            <a:xfrm>
              <a:off x="-8700" y="48508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097" name="Google Shape;1097;p24"/>
          <p:cNvGrpSpPr/>
          <p:nvPr/>
        </p:nvGrpSpPr>
        <p:grpSpPr>
          <a:xfrm>
            <a:off x="366955" y="155451"/>
            <a:ext cx="11208224" cy="6320500"/>
            <a:chOff x="155350" y="201563"/>
            <a:chExt cx="8686750" cy="4740375"/>
          </a:xfrm>
        </p:grpSpPr>
        <p:sp>
          <p:nvSpPr>
            <p:cNvPr id="1098" name="Google Shape;1098;p24"/>
            <p:cNvSpPr/>
            <p:nvPr/>
          </p:nvSpPr>
          <p:spPr>
            <a:xfrm>
              <a:off x="27723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99" name="Google Shape;1099;p24"/>
            <p:cNvSpPr/>
            <p:nvPr/>
          </p:nvSpPr>
          <p:spPr>
            <a:xfrm>
              <a:off x="46952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1100" name="Google Shape;1100;p24"/>
            <p:cNvGrpSpPr/>
            <p:nvPr/>
          </p:nvGrpSpPr>
          <p:grpSpPr>
            <a:xfrm>
              <a:off x="155350" y="382538"/>
              <a:ext cx="8686750" cy="4559400"/>
              <a:chOff x="155350" y="382538"/>
              <a:chExt cx="8686750" cy="4559400"/>
            </a:xfrm>
          </p:grpSpPr>
          <p:sp>
            <p:nvSpPr>
              <p:cNvPr id="1101" name="Google Shape;1101;p24"/>
              <p:cNvSpPr/>
              <p:nvPr/>
            </p:nvSpPr>
            <p:spPr>
              <a:xfrm>
                <a:off x="302000" y="382538"/>
                <a:ext cx="8540100" cy="4559400"/>
              </a:xfrm>
              <a:prstGeom prst="roundRect">
                <a:avLst>
                  <a:gd name="adj" fmla="val 2747"/>
                </a:avLst>
              </a:prstGeom>
              <a:solidFill>
                <a:schemeClr val="accent4"/>
              </a:solidFill>
              <a:ln>
                <a:noFill/>
              </a:ln>
              <a:effectLst>
                <a:outerShdw dist="57150" dir="2400000" algn="bl" rotWithShape="0">
                  <a:schemeClr val="dk1">
                    <a:alpha val="7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pic>
            <p:nvPicPr>
              <p:cNvPr id="1102" name="Google Shape;1102;p24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155350" y="640650"/>
                <a:ext cx="291950" cy="27553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103" name="Google Shape;1103;p24"/>
              <p:cNvPicPr preferRelativeResize="0"/>
              <p:nvPr/>
            </p:nvPicPr>
            <p:blipFill rotWithShape="1">
              <a:blip r:embed="rId2">
                <a:alphaModFix/>
              </a:blip>
              <a:srcRect b="53499"/>
              <a:stretch/>
            </p:blipFill>
            <p:spPr>
              <a:xfrm>
                <a:off x="155350" y="3402600"/>
                <a:ext cx="291950" cy="128124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sp>
        <p:nvSpPr>
          <p:cNvPr id="1104" name="Google Shape;1104;p24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1105" name="Google Shape;1105;p24"/>
          <p:cNvSpPr txBox="1">
            <a:spLocks noGrp="1"/>
          </p:cNvSpPr>
          <p:nvPr>
            <p:ph type="subTitle" idx="1"/>
          </p:nvPr>
        </p:nvSpPr>
        <p:spPr>
          <a:xfrm>
            <a:off x="1252100" y="3871067"/>
            <a:ext cx="3074000" cy="115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6" name="Google Shape;1106;p24"/>
          <p:cNvSpPr txBox="1">
            <a:spLocks noGrp="1"/>
          </p:cNvSpPr>
          <p:nvPr>
            <p:ph type="subTitle" idx="2"/>
          </p:nvPr>
        </p:nvSpPr>
        <p:spPr>
          <a:xfrm>
            <a:off x="4558995" y="3871067"/>
            <a:ext cx="3074000" cy="115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7" name="Google Shape;1107;p24"/>
          <p:cNvSpPr txBox="1">
            <a:spLocks noGrp="1"/>
          </p:cNvSpPr>
          <p:nvPr>
            <p:ph type="subTitle" idx="3"/>
          </p:nvPr>
        </p:nvSpPr>
        <p:spPr>
          <a:xfrm>
            <a:off x="7865899" y="3871067"/>
            <a:ext cx="3074000" cy="115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08" name="Google Shape;1108;p24"/>
          <p:cNvSpPr txBox="1">
            <a:spLocks noGrp="1"/>
          </p:cNvSpPr>
          <p:nvPr>
            <p:ph type="subTitle" idx="4"/>
          </p:nvPr>
        </p:nvSpPr>
        <p:spPr>
          <a:xfrm>
            <a:off x="1252100" y="3326667"/>
            <a:ext cx="3074000" cy="7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2667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9pPr>
          </a:lstStyle>
          <a:p>
            <a:endParaRPr/>
          </a:p>
        </p:txBody>
      </p:sp>
      <p:sp>
        <p:nvSpPr>
          <p:cNvPr id="1109" name="Google Shape;1109;p24"/>
          <p:cNvSpPr txBox="1">
            <a:spLocks noGrp="1"/>
          </p:cNvSpPr>
          <p:nvPr>
            <p:ph type="subTitle" idx="5"/>
          </p:nvPr>
        </p:nvSpPr>
        <p:spPr>
          <a:xfrm>
            <a:off x="4559000" y="3326667"/>
            <a:ext cx="3074000" cy="7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2667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9pPr>
          </a:lstStyle>
          <a:p>
            <a:endParaRPr/>
          </a:p>
        </p:txBody>
      </p:sp>
      <p:sp>
        <p:nvSpPr>
          <p:cNvPr id="1110" name="Google Shape;1110;p24"/>
          <p:cNvSpPr txBox="1">
            <a:spLocks noGrp="1"/>
          </p:cNvSpPr>
          <p:nvPr>
            <p:ph type="subTitle" idx="6"/>
          </p:nvPr>
        </p:nvSpPr>
        <p:spPr>
          <a:xfrm>
            <a:off x="7865897" y="3326667"/>
            <a:ext cx="3074000" cy="7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2667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9915833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 and four columns">
    <p:spTree>
      <p:nvGrpSpPr>
        <p:cNvPr id="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12" name="Google Shape;1112;p25"/>
          <p:cNvGrpSpPr/>
          <p:nvPr/>
        </p:nvGrpSpPr>
        <p:grpSpPr>
          <a:xfrm>
            <a:off x="-11600" y="5000"/>
            <a:ext cx="12215200" cy="6880400"/>
            <a:chOff x="-8700" y="3750"/>
            <a:chExt cx="9161400" cy="5160300"/>
          </a:xfrm>
        </p:grpSpPr>
        <p:grpSp>
          <p:nvGrpSpPr>
            <p:cNvPr id="1113" name="Google Shape;1113;p25"/>
            <p:cNvGrpSpPr/>
            <p:nvPr/>
          </p:nvGrpSpPr>
          <p:grpSpPr>
            <a:xfrm>
              <a:off x="334175" y="3750"/>
              <a:ext cx="8475647" cy="5160300"/>
              <a:chOff x="334175" y="3750"/>
              <a:chExt cx="8475647" cy="5160300"/>
            </a:xfrm>
          </p:grpSpPr>
          <p:cxnSp>
            <p:nvCxnSpPr>
              <p:cNvPr id="1114" name="Google Shape;1114;p25"/>
              <p:cNvCxnSpPr/>
              <p:nvPr/>
            </p:nvCxnSpPr>
            <p:spPr>
              <a:xfrm>
                <a:off x="33417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5" name="Google Shape;1115;p25"/>
              <p:cNvCxnSpPr/>
              <p:nvPr/>
            </p:nvCxnSpPr>
            <p:spPr>
              <a:xfrm>
                <a:off x="68732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6" name="Google Shape;1116;p25"/>
              <p:cNvCxnSpPr/>
              <p:nvPr/>
            </p:nvCxnSpPr>
            <p:spPr>
              <a:xfrm>
                <a:off x="104047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7" name="Google Shape;1117;p25"/>
              <p:cNvCxnSpPr/>
              <p:nvPr/>
            </p:nvCxnSpPr>
            <p:spPr>
              <a:xfrm>
                <a:off x="139363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8" name="Google Shape;1118;p25"/>
              <p:cNvCxnSpPr/>
              <p:nvPr/>
            </p:nvCxnSpPr>
            <p:spPr>
              <a:xfrm>
                <a:off x="174678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9" name="Google Shape;1119;p25"/>
              <p:cNvCxnSpPr/>
              <p:nvPr/>
            </p:nvCxnSpPr>
            <p:spPr>
              <a:xfrm>
                <a:off x="209993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0" name="Google Shape;1120;p25"/>
              <p:cNvCxnSpPr/>
              <p:nvPr/>
            </p:nvCxnSpPr>
            <p:spPr>
              <a:xfrm>
                <a:off x="245308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1" name="Google Shape;1121;p25"/>
              <p:cNvCxnSpPr/>
              <p:nvPr/>
            </p:nvCxnSpPr>
            <p:spPr>
              <a:xfrm>
                <a:off x="280623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2" name="Google Shape;1122;p25"/>
              <p:cNvCxnSpPr/>
              <p:nvPr/>
            </p:nvCxnSpPr>
            <p:spPr>
              <a:xfrm>
                <a:off x="315939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3" name="Google Shape;1123;p25"/>
              <p:cNvCxnSpPr/>
              <p:nvPr/>
            </p:nvCxnSpPr>
            <p:spPr>
              <a:xfrm>
                <a:off x="351254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4" name="Google Shape;1124;p25"/>
              <p:cNvCxnSpPr/>
              <p:nvPr/>
            </p:nvCxnSpPr>
            <p:spPr>
              <a:xfrm>
                <a:off x="386569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5" name="Google Shape;1125;p25"/>
              <p:cNvCxnSpPr/>
              <p:nvPr/>
            </p:nvCxnSpPr>
            <p:spPr>
              <a:xfrm>
                <a:off x="421884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6" name="Google Shape;1126;p25"/>
              <p:cNvCxnSpPr/>
              <p:nvPr/>
            </p:nvCxnSpPr>
            <p:spPr>
              <a:xfrm>
                <a:off x="457199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7" name="Google Shape;1127;p25"/>
              <p:cNvCxnSpPr/>
              <p:nvPr/>
            </p:nvCxnSpPr>
            <p:spPr>
              <a:xfrm>
                <a:off x="492515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8" name="Google Shape;1128;p25"/>
              <p:cNvCxnSpPr/>
              <p:nvPr/>
            </p:nvCxnSpPr>
            <p:spPr>
              <a:xfrm>
                <a:off x="527830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9" name="Google Shape;1129;p25"/>
              <p:cNvCxnSpPr/>
              <p:nvPr/>
            </p:nvCxnSpPr>
            <p:spPr>
              <a:xfrm>
                <a:off x="563145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0" name="Google Shape;1130;p25"/>
              <p:cNvCxnSpPr/>
              <p:nvPr/>
            </p:nvCxnSpPr>
            <p:spPr>
              <a:xfrm>
                <a:off x="598460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1" name="Google Shape;1131;p25"/>
              <p:cNvCxnSpPr/>
              <p:nvPr/>
            </p:nvCxnSpPr>
            <p:spPr>
              <a:xfrm>
                <a:off x="633775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2" name="Google Shape;1132;p25"/>
              <p:cNvCxnSpPr/>
              <p:nvPr/>
            </p:nvCxnSpPr>
            <p:spPr>
              <a:xfrm>
                <a:off x="669091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3" name="Google Shape;1133;p25"/>
              <p:cNvCxnSpPr/>
              <p:nvPr/>
            </p:nvCxnSpPr>
            <p:spPr>
              <a:xfrm>
                <a:off x="704406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4" name="Google Shape;1134;p25"/>
              <p:cNvCxnSpPr/>
              <p:nvPr/>
            </p:nvCxnSpPr>
            <p:spPr>
              <a:xfrm>
                <a:off x="739721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5" name="Google Shape;1135;p25"/>
              <p:cNvCxnSpPr/>
              <p:nvPr/>
            </p:nvCxnSpPr>
            <p:spPr>
              <a:xfrm>
                <a:off x="775036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6" name="Google Shape;1136;p25"/>
              <p:cNvCxnSpPr/>
              <p:nvPr/>
            </p:nvCxnSpPr>
            <p:spPr>
              <a:xfrm>
                <a:off x="810351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7" name="Google Shape;1137;p25"/>
              <p:cNvCxnSpPr/>
              <p:nvPr/>
            </p:nvCxnSpPr>
            <p:spPr>
              <a:xfrm>
                <a:off x="845667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8" name="Google Shape;1138;p25"/>
              <p:cNvCxnSpPr/>
              <p:nvPr/>
            </p:nvCxnSpPr>
            <p:spPr>
              <a:xfrm>
                <a:off x="880982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1139" name="Google Shape;1139;p25"/>
            <p:cNvCxnSpPr/>
            <p:nvPr/>
          </p:nvCxnSpPr>
          <p:spPr>
            <a:xfrm>
              <a:off x="-8700" y="2926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40" name="Google Shape;1140;p25"/>
            <p:cNvCxnSpPr/>
            <p:nvPr/>
          </p:nvCxnSpPr>
          <p:spPr>
            <a:xfrm>
              <a:off x="-8700" y="7034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41" name="Google Shape;1141;p25"/>
            <p:cNvCxnSpPr/>
            <p:nvPr/>
          </p:nvCxnSpPr>
          <p:spPr>
            <a:xfrm>
              <a:off x="-8700" y="10523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42" name="Google Shape;1142;p25"/>
            <p:cNvCxnSpPr/>
            <p:nvPr/>
          </p:nvCxnSpPr>
          <p:spPr>
            <a:xfrm>
              <a:off x="-8700" y="14631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43" name="Google Shape;1143;p25"/>
            <p:cNvCxnSpPr/>
            <p:nvPr/>
          </p:nvCxnSpPr>
          <p:spPr>
            <a:xfrm>
              <a:off x="-8700" y="18345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44" name="Google Shape;1144;p25"/>
            <p:cNvCxnSpPr/>
            <p:nvPr/>
          </p:nvCxnSpPr>
          <p:spPr>
            <a:xfrm>
              <a:off x="-8700" y="22453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45" name="Google Shape;1145;p25"/>
            <p:cNvCxnSpPr/>
            <p:nvPr/>
          </p:nvCxnSpPr>
          <p:spPr>
            <a:xfrm>
              <a:off x="-8700" y="25942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46" name="Google Shape;1146;p25"/>
            <p:cNvCxnSpPr/>
            <p:nvPr/>
          </p:nvCxnSpPr>
          <p:spPr>
            <a:xfrm>
              <a:off x="-8700" y="30050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47" name="Google Shape;1147;p25"/>
            <p:cNvCxnSpPr/>
            <p:nvPr/>
          </p:nvCxnSpPr>
          <p:spPr>
            <a:xfrm>
              <a:off x="-8700" y="33764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48" name="Google Shape;1148;p25"/>
            <p:cNvCxnSpPr/>
            <p:nvPr/>
          </p:nvCxnSpPr>
          <p:spPr>
            <a:xfrm>
              <a:off x="-8700" y="37872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49" name="Google Shape;1149;p25"/>
            <p:cNvCxnSpPr/>
            <p:nvPr/>
          </p:nvCxnSpPr>
          <p:spPr>
            <a:xfrm>
              <a:off x="-8700" y="41361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50" name="Google Shape;1150;p25"/>
            <p:cNvCxnSpPr/>
            <p:nvPr/>
          </p:nvCxnSpPr>
          <p:spPr>
            <a:xfrm>
              <a:off x="-8700" y="45470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51" name="Google Shape;1151;p25"/>
            <p:cNvCxnSpPr/>
            <p:nvPr/>
          </p:nvCxnSpPr>
          <p:spPr>
            <a:xfrm>
              <a:off x="-8700" y="48508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152" name="Google Shape;1152;p25"/>
          <p:cNvGrpSpPr/>
          <p:nvPr/>
        </p:nvGrpSpPr>
        <p:grpSpPr>
          <a:xfrm>
            <a:off x="366955" y="155451"/>
            <a:ext cx="11208224" cy="6320500"/>
            <a:chOff x="155350" y="201563"/>
            <a:chExt cx="8686750" cy="4740375"/>
          </a:xfrm>
        </p:grpSpPr>
        <p:sp>
          <p:nvSpPr>
            <p:cNvPr id="1153" name="Google Shape;1153;p25"/>
            <p:cNvSpPr/>
            <p:nvPr/>
          </p:nvSpPr>
          <p:spPr>
            <a:xfrm>
              <a:off x="27723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54" name="Google Shape;1154;p25"/>
            <p:cNvSpPr/>
            <p:nvPr/>
          </p:nvSpPr>
          <p:spPr>
            <a:xfrm>
              <a:off x="66181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1155" name="Google Shape;1155;p25"/>
            <p:cNvGrpSpPr/>
            <p:nvPr/>
          </p:nvGrpSpPr>
          <p:grpSpPr>
            <a:xfrm>
              <a:off x="155350" y="382538"/>
              <a:ext cx="8686750" cy="4559400"/>
              <a:chOff x="155350" y="382538"/>
              <a:chExt cx="8686750" cy="4559400"/>
            </a:xfrm>
          </p:grpSpPr>
          <p:sp>
            <p:nvSpPr>
              <p:cNvPr id="1156" name="Google Shape;1156;p25"/>
              <p:cNvSpPr/>
              <p:nvPr/>
            </p:nvSpPr>
            <p:spPr>
              <a:xfrm>
                <a:off x="302000" y="382538"/>
                <a:ext cx="8540100" cy="4559400"/>
              </a:xfrm>
              <a:prstGeom prst="roundRect">
                <a:avLst>
                  <a:gd name="adj" fmla="val 2747"/>
                </a:avLst>
              </a:prstGeom>
              <a:solidFill>
                <a:schemeClr val="accent4"/>
              </a:solidFill>
              <a:ln>
                <a:noFill/>
              </a:ln>
              <a:effectLst>
                <a:outerShdw dist="57150" dir="2400000" algn="bl" rotWithShape="0">
                  <a:schemeClr val="dk1">
                    <a:alpha val="7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pic>
            <p:nvPicPr>
              <p:cNvPr id="1157" name="Google Shape;1157;p25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155350" y="640650"/>
                <a:ext cx="291950" cy="27553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158" name="Google Shape;1158;p25"/>
              <p:cNvPicPr preferRelativeResize="0"/>
              <p:nvPr/>
            </p:nvPicPr>
            <p:blipFill rotWithShape="1">
              <a:blip r:embed="rId2">
                <a:alphaModFix/>
              </a:blip>
              <a:srcRect b="53499"/>
              <a:stretch/>
            </p:blipFill>
            <p:spPr>
              <a:xfrm>
                <a:off x="155350" y="3402600"/>
                <a:ext cx="291950" cy="128124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sp>
        <p:nvSpPr>
          <p:cNvPr id="1159" name="Google Shape;1159;p25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1160" name="Google Shape;1160;p25"/>
          <p:cNvSpPr txBox="1">
            <a:spLocks noGrp="1"/>
          </p:cNvSpPr>
          <p:nvPr>
            <p:ph type="subTitle" idx="1"/>
          </p:nvPr>
        </p:nvSpPr>
        <p:spPr>
          <a:xfrm>
            <a:off x="3150164" y="2476833"/>
            <a:ext cx="2637600" cy="88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1" name="Google Shape;1161;p25"/>
          <p:cNvSpPr txBox="1">
            <a:spLocks noGrp="1"/>
          </p:cNvSpPr>
          <p:nvPr>
            <p:ph type="subTitle" idx="2"/>
          </p:nvPr>
        </p:nvSpPr>
        <p:spPr>
          <a:xfrm>
            <a:off x="7077069" y="2476833"/>
            <a:ext cx="2637600" cy="88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2" name="Google Shape;1162;p25"/>
          <p:cNvSpPr txBox="1">
            <a:spLocks noGrp="1"/>
          </p:cNvSpPr>
          <p:nvPr>
            <p:ph type="subTitle" idx="3"/>
          </p:nvPr>
        </p:nvSpPr>
        <p:spPr>
          <a:xfrm>
            <a:off x="3150164" y="4667333"/>
            <a:ext cx="2637600" cy="88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3" name="Google Shape;1163;p25"/>
          <p:cNvSpPr txBox="1">
            <a:spLocks noGrp="1"/>
          </p:cNvSpPr>
          <p:nvPr>
            <p:ph type="subTitle" idx="4"/>
          </p:nvPr>
        </p:nvSpPr>
        <p:spPr>
          <a:xfrm>
            <a:off x="7077069" y="4667333"/>
            <a:ext cx="2637600" cy="88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4" name="Google Shape;1164;p25"/>
          <p:cNvSpPr txBox="1">
            <a:spLocks noGrp="1"/>
          </p:cNvSpPr>
          <p:nvPr>
            <p:ph type="subTitle" idx="5"/>
          </p:nvPr>
        </p:nvSpPr>
        <p:spPr>
          <a:xfrm>
            <a:off x="3150151" y="1922067"/>
            <a:ext cx="2637600" cy="7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2667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9pPr>
          </a:lstStyle>
          <a:p>
            <a:endParaRPr/>
          </a:p>
        </p:txBody>
      </p:sp>
      <p:sp>
        <p:nvSpPr>
          <p:cNvPr id="1165" name="Google Shape;1165;p25"/>
          <p:cNvSpPr txBox="1">
            <a:spLocks noGrp="1"/>
          </p:cNvSpPr>
          <p:nvPr>
            <p:ph type="subTitle" idx="6"/>
          </p:nvPr>
        </p:nvSpPr>
        <p:spPr>
          <a:xfrm>
            <a:off x="3150151" y="4112700"/>
            <a:ext cx="2637600" cy="7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2667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9pPr>
          </a:lstStyle>
          <a:p>
            <a:endParaRPr/>
          </a:p>
        </p:txBody>
      </p:sp>
      <p:sp>
        <p:nvSpPr>
          <p:cNvPr id="1166" name="Google Shape;1166;p25"/>
          <p:cNvSpPr txBox="1">
            <a:spLocks noGrp="1"/>
          </p:cNvSpPr>
          <p:nvPr>
            <p:ph type="subTitle" idx="7"/>
          </p:nvPr>
        </p:nvSpPr>
        <p:spPr>
          <a:xfrm>
            <a:off x="7077051" y="1922067"/>
            <a:ext cx="2637600" cy="7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2667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9pPr>
          </a:lstStyle>
          <a:p>
            <a:endParaRPr/>
          </a:p>
        </p:txBody>
      </p:sp>
      <p:sp>
        <p:nvSpPr>
          <p:cNvPr id="1167" name="Google Shape;1167;p25"/>
          <p:cNvSpPr txBox="1">
            <a:spLocks noGrp="1"/>
          </p:cNvSpPr>
          <p:nvPr>
            <p:ph type="subTitle" idx="8"/>
          </p:nvPr>
        </p:nvSpPr>
        <p:spPr>
          <a:xfrm>
            <a:off x="7077051" y="4112700"/>
            <a:ext cx="2637600" cy="7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2667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0374578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1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69" name="Google Shape;1169;p26"/>
          <p:cNvGrpSpPr/>
          <p:nvPr/>
        </p:nvGrpSpPr>
        <p:grpSpPr>
          <a:xfrm>
            <a:off x="-11600" y="5000"/>
            <a:ext cx="12215200" cy="6880400"/>
            <a:chOff x="-8700" y="3750"/>
            <a:chExt cx="9161400" cy="5160300"/>
          </a:xfrm>
        </p:grpSpPr>
        <p:grpSp>
          <p:nvGrpSpPr>
            <p:cNvPr id="1170" name="Google Shape;1170;p26"/>
            <p:cNvGrpSpPr/>
            <p:nvPr/>
          </p:nvGrpSpPr>
          <p:grpSpPr>
            <a:xfrm>
              <a:off x="334175" y="3750"/>
              <a:ext cx="8475647" cy="5160300"/>
              <a:chOff x="334175" y="3750"/>
              <a:chExt cx="8475647" cy="5160300"/>
            </a:xfrm>
          </p:grpSpPr>
          <p:cxnSp>
            <p:nvCxnSpPr>
              <p:cNvPr id="1171" name="Google Shape;1171;p26"/>
              <p:cNvCxnSpPr/>
              <p:nvPr/>
            </p:nvCxnSpPr>
            <p:spPr>
              <a:xfrm>
                <a:off x="33417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72" name="Google Shape;1172;p26"/>
              <p:cNvCxnSpPr/>
              <p:nvPr/>
            </p:nvCxnSpPr>
            <p:spPr>
              <a:xfrm>
                <a:off x="68732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73" name="Google Shape;1173;p26"/>
              <p:cNvCxnSpPr/>
              <p:nvPr/>
            </p:nvCxnSpPr>
            <p:spPr>
              <a:xfrm>
                <a:off x="104047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74" name="Google Shape;1174;p26"/>
              <p:cNvCxnSpPr/>
              <p:nvPr/>
            </p:nvCxnSpPr>
            <p:spPr>
              <a:xfrm>
                <a:off x="139363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75" name="Google Shape;1175;p26"/>
              <p:cNvCxnSpPr/>
              <p:nvPr/>
            </p:nvCxnSpPr>
            <p:spPr>
              <a:xfrm>
                <a:off x="174678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76" name="Google Shape;1176;p26"/>
              <p:cNvCxnSpPr/>
              <p:nvPr/>
            </p:nvCxnSpPr>
            <p:spPr>
              <a:xfrm>
                <a:off x="209993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77" name="Google Shape;1177;p26"/>
              <p:cNvCxnSpPr/>
              <p:nvPr/>
            </p:nvCxnSpPr>
            <p:spPr>
              <a:xfrm>
                <a:off x="245308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78" name="Google Shape;1178;p26"/>
              <p:cNvCxnSpPr/>
              <p:nvPr/>
            </p:nvCxnSpPr>
            <p:spPr>
              <a:xfrm>
                <a:off x="280623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79" name="Google Shape;1179;p26"/>
              <p:cNvCxnSpPr/>
              <p:nvPr/>
            </p:nvCxnSpPr>
            <p:spPr>
              <a:xfrm>
                <a:off x="315939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80" name="Google Shape;1180;p26"/>
              <p:cNvCxnSpPr/>
              <p:nvPr/>
            </p:nvCxnSpPr>
            <p:spPr>
              <a:xfrm>
                <a:off x="351254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81" name="Google Shape;1181;p26"/>
              <p:cNvCxnSpPr/>
              <p:nvPr/>
            </p:nvCxnSpPr>
            <p:spPr>
              <a:xfrm>
                <a:off x="386569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82" name="Google Shape;1182;p26"/>
              <p:cNvCxnSpPr/>
              <p:nvPr/>
            </p:nvCxnSpPr>
            <p:spPr>
              <a:xfrm>
                <a:off x="421884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83" name="Google Shape;1183;p26"/>
              <p:cNvCxnSpPr/>
              <p:nvPr/>
            </p:nvCxnSpPr>
            <p:spPr>
              <a:xfrm>
                <a:off x="457199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84" name="Google Shape;1184;p26"/>
              <p:cNvCxnSpPr/>
              <p:nvPr/>
            </p:nvCxnSpPr>
            <p:spPr>
              <a:xfrm>
                <a:off x="492515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85" name="Google Shape;1185;p26"/>
              <p:cNvCxnSpPr/>
              <p:nvPr/>
            </p:nvCxnSpPr>
            <p:spPr>
              <a:xfrm>
                <a:off x="527830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86" name="Google Shape;1186;p26"/>
              <p:cNvCxnSpPr/>
              <p:nvPr/>
            </p:nvCxnSpPr>
            <p:spPr>
              <a:xfrm>
                <a:off x="563145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87" name="Google Shape;1187;p26"/>
              <p:cNvCxnSpPr/>
              <p:nvPr/>
            </p:nvCxnSpPr>
            <p:spPr>
              <a:xfrm>
                <a:off x="598460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88" name="Google Shape;1188;p26"/>
              <p:cNvCxnSpPr/>
              <p:nvPr/>
            </p:nvCxnSpPr>
            <p:spPr>
              <a:xfrm>
                <a:off x="633775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89" name="Google Shape;1189;p26"/>
              <p:cNvCxnSpPr/>
              <p:nvPr/>
            </p:nvCxnSpPr>
            <p:spPr>
              <a:xfrm>
                <a:off x="669091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90" name="Google Shape;1190;p26"/>
              <p:cNvCxnSpPr/>
              <p:nvPr/>
            </p:nvCxnSpPr>
            <p:spPr>
              <a:xfrm>
                <a:off x="704406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91" name="Google Shape;1191;p26"/>
              <p:cNvCxnSpPr/>
              <p:nvPr/>
            </p:nvCxnSpPr>
            <p:spPr>
              <a:xfrm>
                <a:off x="739721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92" name="Google Shape;1192;p26"/>
              <p:cNvCxnSpPr/>
              <p:nvPr/>
            </p:nvCxnSpPr>
            <p:spPr>
              <a:xfrm>
                <a:off x="775036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93" name="Google Shape;1193;p26"/>
              <p:cNvCxnSpPr/>
              <p:nvPr/>
            </p:nvCxnSpPr>
            <p:spPr>
              <a:xfrm>
                <a:off x="810351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94" name="Google Shape;1194;p26"/>
              <p:cNvCxnSpPr/>
              <p:nvPr/>
            </p:nvCxnSpPr>
            <p:spPr>
              <a:xfrm>
                <a:off x="845667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95" name="Google Shape;1195;p26"/>
              <p:cNvCxnSpPr/>
              <p:nvPr/>
            </p:nvCxnSpPr>
            <p:spPr>
              <a:xfrm>
                <a:off x="880982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1196" name="Google Shape;1196;p26"/>
            <p:cNvCxnSpPr/>
            <p:nvPr/>
          </p:nvCxnSpPr>
          <p:spPr>
            <a:xfrm>
              <a:off x="-8700" y="2926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97" name="Google Shape;1197;p26"/>
            <p:cNvCxnSpPr/>
            <p:nvPr/>
          </p:nvCxnSpPr>
          <p:spPr>
            <a:xfrm>
              <a:off x="-8700" y="7034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98" name="Google Shape;1198;p26"/>
            <p:cNvCxnSpPr/>
            <p:nvPr/>
          </p:nvCxnSpPr>
          <p:spPr>
            <a:xfrm>
              <a:off x="-8700" y="10523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99" name="Google Shape;1199;p26"/>
            <p:cNvCxnSpPr/>
            <p:nvPr/>
          </p:nvCxnSpPr>
          <p:spPr>
            <a:xfrm>
              <a:off x="-8700" y="14631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00" name="Google Shape;1200;p26"/>
            <p:cNvCxnSpPr/>
            <p:nvPr/>
          </p:nvCxnSpPr>
          <p:spPr>
            <a:xfrm>
              <a:off x="-8700" y="18345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01" name="Google Shape;1201;p26"/>
            <p:cNvCxnSpPr/>
            <p:nvPr/>
          </p:nvCxnSpPr>
          <p:spPr>
            <a:xfrm>
              <a:off x="-8700" y="22453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02" name="Google Shape;1202;p26"/>
            <p:cNvCxnSpPr/>
            <p:nvPr/>
          </p:nvCxnSpPr>
          <p:spPr>
            <a:xfrm>
              <a:off x="-8700" y="25942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03" name="Google Shape;1203;p26"/>
            <p:cNvCxnSpPr/>
            <p:nvPr/>
          </p:nvCxnSpPr>
          <p:spPr>
            <a:xfrm>
              <a:off x="-8700" y="30050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04" name="Google Shape;1204;p26"/>
            <p:cNvCxnSpPr/>
            <p:nvPr/>
          </p:nvCxnSpPr>
          <p:spPr>
            <a:xfrm>
              <a:off x="-8700" y="33764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05" name="Google Shape;1205;p26"/>
            <p:cNvCxnSpPr/>
            <p:nvPr/>
          </p:nvCxnSpPr>
          <p:spPr>
            <a:xfrm>
              <a:off x="-8700" y="37872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06" name="Google Shape;1206;p26"/>
            <p:cNvCxnSpPr/>
            <p:nvPr/>
          </p:nvCxnSpPr>
          <p:spPr>
            <a:xfrm>
              <a:off x="-8700" y="41361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07" name="Google Shape;1207;p26"/>
            <p:cNvCxnSpPr/>
            <p:nvPr/>
          </p:nvCxnSpPr>
          <p:spPr>
            <a:xfrm>
              <a:off x="-8700" y="45470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08" name="Google Shape;1208;p26"/>
            <p:cNvCxnSpPr/>
            <p:nvPr/>
          </p:nvCxnSpPr>
          <p:spPr>
            <a:xfrm>
              <a:off x="-8700" y="48508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209" name="Google Shape;1209;p26"/>
          <p:cNvGrpSpPr/>
          <p:nvPr/>
        </p:nvGrpSpPr>
        <p:grpSpPr>
          <a:xfrm>
            <a:off x="366955" y="155451"/>
            <a:ext cx="11208224" cy="6320500"/>
            <a:chOff x="155350" y="201563"/>
            <a:chExt cx="8686750" cy="4740375"/>
          </a:xfrm>
        </p:grpSpPr>
        <p:sp>
          <p:nvSpPr>
            <p:cNvPr id="1210" name="Google Shape;1210;p26"/>
            <p:cNvSpPr/>
            <p:nvPr/>
          </p:nvSpPr>
          <p:spPr>
            <a:xfrm>
              <a:off x="8494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11" name="Google Shape;1211;p26"/>
            <p:cNvSpPr/>
            <p:nvPr/>
          </p:nvSpPr>
          <p:spPr>
            <a:xfrm>
              <a:off x="27723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1212" name="Google Shape;1212;p26"/>
            <p:cNvGrpSpPr/>
            <p:nvPr/>
          </p:nvGrpSpPr>
          <p:grpSpPr>
            <a:xfrm>
              <a:off x="155350" y="382538"/>
              <a:ext cx="8686750" cy="4559400"/>
              <a:chOff x="155350" y="382538"/>
              <a:chExt cx="8686750" cy="4559400"/>
            </a:xfrm>
          </p:grpSpPr>
          <p:sp>
            <p:nvSpPr>
              <p:cNvPr id="1213" name="Google Shape;1213;p26"/>
              <p:cNvSpPr/>
              <p:nvPr/>
            </p:nvSpPr>
            <p:spPr>
              <a:xfrm>
                <a:off x="302000" y="382538"/>
                <a:ext cx="8540100" cy="4559400"/>
              </a:xfrm>
              <a:prstGeom prst="roundRect">
                <a:avLst>
                  <a:gd name="adj" fmla="val 2747"/>
                </a:avLst>
              </a:prstGeom>
              <a:solidFill>
                <a:schemeClr val="accent4"/>
              </a:solidFill>
              <a:ln>
                <a:noFill/>
              </a:ln>
              <a:effectLst>
                <a:outerShdw dist="57150" dir="2400000" algn="bl" rotWithShape="0">
                  <a:schemeClr val="dk1">
                    <a:alpha val="7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pic>
            <p:nvPicPr>
              <p:cNvPr id="1214" name="Google Shape;1214;p26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155350" y="640650"/>
                <a:ext cx="291950" cy="27553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15" name="Google Shape;1215;p26"/>
              <p:cNvPicPr preferRelativeResize="0"/>
              <p:nvPr/>
            </p:nvPicPr>
            <p:blipFill rotWithShape="1">
              <a:blip r:embed="rId2">
                <a:alphaModFix/>
              </a:blip>
              <a:srcRect b="53499"/>
              <a:stretch/>
            </p:blipFill>
            <p:spPr>
              <a:xfrm>
                <a:off x="155350" y="3402600"/>
                <a:ext cx="291950" cy="128124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sp>
        <p:nvSpPr>
          <p:cNvPr id="1216" name="Google Shape;1216;p26"/>
          <p:cNvSpPr txBox="1">
            <a:spLocks noGrp="1"/>
          </p:cNvSpPr>
          <p:nvPr>
            <p:ph type="title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1217" name="Google Shape;1217;p26"/>
          <p:cNvSpPr txBox="1">
            <a:spLocks noGrp="1"/>
          </p:cNvSpPr>
          <p:nvPr>
            <p:ph type="subTitle" idx="1"/>
          </p:nvPr>
        </p:nvSpPr>
        <p:spPr>
          <a:xfrm>
            <a:off x="1316567" y="2884233"/>
            <a:ext cx="2972400" cy="84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8" name="Google Shape;1218;p26"/>
          <p:cNvSpPr txBox="1">
            <a:spLocks noGrp="1"/>
          </p:cNvSpPr>
          <p:nvPr>
            <p:ph type="subTitle" idx="2"/>
          </p:nvPr>
        </p:nvSpPr>
        <p:spPr>
          <a:xfrm>
            <a:off x="4615600" y="2884233"/>
            <a:ext cx="2960800" cy="84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9" name="Google Shape;1219;p26"/>
          <p:cNvSpPr txBox="1">
            <a:spLocks noGrp="1"/>
          </p:cNvSpPr>
          <p:nvPr>
            <p:ph type="subTitle" idx="3"/>
          </p:nvPr>
        </p:nvSpPr>
        <p:spPr>
          <a:xfrm>
            <a:off x="1316567" y="5070600"/>
            <a:ext cx="2972400" cy="84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0" name="Google Shape;1220;p26"/>
          <p:cNvSpPr txBox="1">
            <a:spLocks noGrp="1"/>
          </p:cNvSpPr>
          <p:nvPr>
            <p:ph type="subTitle" idx="4"/>
          </p:nvPr>
        </p:nvSpPr>
        <p:spPr>
          <a:xfrm>
            <a:off x="4615600" y="5070600"/>
            <a:ext cx="2960800" cy="84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1" name="Google Shape;1221;p26"/>
          <p:cNvSpPr txBox="1">
            <a:spLocks noGrp="1"/>
          </p:cNvSpPr>
          <p:nvPr>
            <p:ph type="subTitle" idx="5"/>
          </p:nvPr>
        </p:nvSpPr>
        <p:spPr>
          <a:xfrm>
            <a:off x="7902933" y="2884233"/>
            <a:ext cx="2972400" cy="84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2" name="Google Shape;1222;p26"/>
          <p:cNvSpPr txBox="1">
            <a:spLocks noGrp="1"/>
          </p:cNvSpPr>
          <p:nvPr>
            <p:ph type="subTitle" idx="6"/>
          </p:nvPr>
        </p:nvSpPr>
        <p:spPr>
          <a:xfrm>
            <a:off x="7902933" y="5070600"/>
            <a:ext cx="2972400" cy="84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23" name="Google Shape;1223;p26"/>
          <p:cNvSpPr txBox="1">
            <a:spLocks noGrp="1"/>
          </p:cNvSpPr>
          <p:nvPr>
            <p:ph type="subTitle" idx="7"/>
          </p:nvPr>
        </p:nvSpPr>
        <p:spPr>
          <a:xfrm>
            <a:off x="1322400" y="2330600"/>
            <a:ext cx="2960800" cy="7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2667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9pPr>
          </a:lstStyle>
          <a:p>
            <a:endParaRPr/>
          </a:p>
        </p:txBody>
      </p:sp>
      <p:sp>
        <p:nvSpPr>
          <p:cNvPr id="1224" name="Google Shape;1224;p26"/>
          <p:cNvSpPr txBox="1">
            <a:spLocks noGrp="1"/>
          </p:cNvSpPr>
          <p:nvPr>
            <p:ph type="subTitle" idx="8"/>
          </p:nvPr>
        </p:nvSpPr>
        <p:spPr>
          <a:xfrm>
            <a:off x="4621411" y="2330600"/>
            <a:ext cx="2949200" cy="7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2667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9pPr>
          </a:lstStyle>
          <a:p>
            <a:endParaRPr/>
          </a:p>
        </p:txBody>
      </p:sp>
      <p:sp>
        <p:nvSpPr>
          <p:cNvPr id="1225" name="Google Shape;1225;p26"/>
          <p:cNvSpPr txBox="1">
            <a:spLocks noGrp="1"/>
          </p:cNvSpPr>
          <p:nvPr>
            <p:ph type="subTitle" idx="9"/>
          </p:nvPr>
        </p:nvSpPr>
        <p:spPr>
          <a:xfrm>
            <a:off x="7908768" y="2330600"/>
            <a:ext cx="2960800" cy="7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2667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9pPr>
          </a:lstStyle>
          <a:p>
            <a:endParaRPr/>
          </a:p>
        </p:txBody>
      </p:sp>
      <p:sp>
        <p:nvSpPr>
          <p:cNvPr id="1226" name="Google Shape;1226;p26"/>
          <p:cNvSpPr txBox="1">
            <a:spLocks noGrp="1"/>
          </p:cNvSpPr>
          <p:nvPr>
            <p:ph type="subTitle" idx="13"/>
          </p:nvPr>
        </p:nvSpPr>
        <p:spPr>
          <a:xfrm>
            <a:off x="1322400" y="4516933"/>
            <a:ext cx="2960800" cy="7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2667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9pPr>
          </a:lstStyle>
          <a:p>
            <a:endParaRPr/>
          </a:p>
        </p:txBody>
      </p:sp>
      <p:sp>
        <p:nvSpPr>
          <p:cNvPr id="1227" name="Google Shape;1227;p26"/>
          <p:cNvSpPr txBox="1">
            <a:spLocks noGrp="1"/>
          </p:cNvSpPr>
          <p:nvPr>
            <p:ph type="subTitle" idx="14"/>
          </p:nvPr>
        </p:nvSpPr>
        <p:spPr>
          <a:xfrm>
            <a:off x="4621411" y="4516933"/>
            <a:ext cx="2949200" cy="7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2667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9pPr>
          </a:lstStyle>
          <a:p>
            <a:endParaRPr/>
          </a:p>
        </p:txBody>
      </p:sp>
      <p:sp>
        <p:nvSpPr>
          <p:cNvPr id="1228" name="Google Shape;1228;p26"/>
          <p:cNvSpPr txBox="1">
            <a:spLocks noGrp="1"/>
          </p:cNvSpPr>
          <p:nvPr>
            <p:ph type="subTitle" idx="15"/>
          </p:nvPr>
        </p:nvSpPr>
        <p:spPr>
          <a:xfrm>
            <a:off x="7908768" y="4516933"/>
            <a:ext cx="2960800" cy="7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2667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Heebo"/>
              <a:buNone/>
              <a:defRPr sz="3200" b="1">
                <a:latin typeface="Heebo"/>
                <a:ea typeface="Heebo"/>
                <a:cs typeface="Heebo"/>
                <a:sym typeface="Heebo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1921319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eight columns">
  <p:cSld name="Title and eight columns">
    <p:spTree>
      <p:nvGrpSpPr>
        <p:cNvPr id="1" name="Shape 1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0" name="Google Shape;1230;p27"/>
          <p:cNvGrpSpPr/>
          <p:nvPr/>
        </p:nvGrpSpPr>
        <p:grpSpPr>
          <a:xfrm>
            <a:off x="-11600" y="5000"/>
            <a:ext cx="12215200" cy="6880400"/>
            <a:chOff x="-8700" y="3750"/>
            <a:chExt cx="9161400" cy="5160300"/>
          </a:xfrm>
        </p:grpSpPr>
        <p:grpSp>
          <p:nvGrpSpPr>
            <p:cNvPr id="1231" name="Google Shape;1231;p27"/>
            <p:cNvGrpSpPr/>
            <p:nvPr/>
          </p:nvGrpSpPr>
          <p:grpSpPr>
            <a:xfrm>
              <a:off x="334175" y="3750"/>
              <a:ext cx="8475647" cy="5160300"/>
              <a:chOff x="334175" y="3750"/>
              <a:chExt cx="8475647" cy="5160300"/>
            </a:xfrm>
          </p:grpSpPr>
          <p:cxnSp>
            <p:nvCxnSpPr>
              <p:cNvPr id="1232" name="Google Shape;1232;p27"/>
              <p:cNvCxnSpPr/>
              <p:nvPr/>
            </p:nvCxnSpPr>
            <p:spPr>
              <a:xfrm>
                <a:off x="33417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3" name="Google Shape;1233;p27"/>
              <p:cNvCxnSpPr/>
              <p:nvPr/>
            </p:nvCxnSpPr>
            <p:spPr>
              <a:xfrm>
                <a:off x="68732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4" name="Google Shape;1234;p27"/>
              <p:cNvCxnSpPr/>
              <p:nvPr/>
            </p:nvCxnSpPr>
            <p:spPr>
              <a:xfrm>
                <a:off x="104047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5" name="Google Shape;1235;p27"/>
              <p:cNvCxnSpPr/>
              <p:nvPr/>
            </p:nvCxnSpPr>
            <p:spPr>
              <a:xfrm>
                <a:off x="139363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6" name="Google Shape;1236;p27"/>
              <p:cNvCxnSpPr/>
              <p:nvPr/>
            </p:nvCxnSpPr>
            <p:spPr>
              <a:xfrm>
                <a:off x="174678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7" name="Google Shape;1237;p27"/>
              <p:cNvCxnSpPr/>
              <p:nvPr/>
            </p:nvCxnSpPr>
            <p:spPr>
              <a:xfrm>
                <a:off x="209993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8" name="Google Shape;1238;p27"/>
              <p:cNvCxnSpPr/>
              <p:nvPr/>
            </p:nvCxnSpPr>
            <p:spPr>
              <a:xfrm>
                <a:off x="245308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9" name="Google Shape;1239;p27"/>
              <p:cNvCxnSpPr/>
              <p:nvPr/>
            </p:nvCxnSpPr>
            <p:spPr>
              <a:xfrm>
                <a:off x="280623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0" name="Google Shape;1240;p27"/>
              <p:cNvCxnSpPr/>
              <p:nvPr/>
            </p:nvCxnSpPr>
            <p:spPr>
              <a:xfrm>
                <a:off x="315939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1" name="Google Shape;1241;p27"/>
              <p:cNvCxnSpPr/>
              <p:nvPr/>
            </p:nvCxnSpPr>
            <p:spPr>
              <a:xfrm>
                <a:off x="351254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2" name="Google Shape;1242;p27"/>
              <p:cNvCxnSpPr/>
              <p:nvPr/>
            </p:nvCxnSpPr>
            <p:spPr>
              <a:xfrm>
                <a:off x="386569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3" name="Google Shape;1243;p27"/>
              <p:cNvCxnSpPr/>
              <p:nvPr/>
            </p:nvCxnSpPr>
            <p:spPr>
              <a:xfrm>
                <a:off x="421884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4" name="Google Shape;1244;p27"/>
              <p:cNvCxnSpPr/>
              <p:nvPr/>
            </p:nvCxnSpPr>
            <p:spPr>
              <a:xfrm>
                <a:off x="457199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5" name="Google Shape;1245;p27"/>
              <p:cNvCxnSpPr/>
              <p:nvPr/>
            </p:nvCxnSpPr>
            <p:spPr>
              <a:xfrm>
                <a:off x="492515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6" name="Google Shape;1246;p27"/>
              <p:cNvCxnSpPr/>
              <p:nvPr/>
            </p:nvCxnSpPr>
            <p:spPr>
              <a:xfrm>
                <a:off x="527830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7" name="Google Shape;1247;p27"/>
              <p:cNvCxnSpPr/>
              <p:nvPr/>
            </p:nvCxnSpPr>
            <p:spPr>
              <a:xfrm>
                <a:off x="563145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8" name="Google Shape;1248;p27"/>
              <p:cNvCxnSpPr/>
              <p:nvPr/>
            </p:nvCxnSpPr>
            <p:spPr>
              <a:xfrm>
                <a:off x="598460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9" name="Google Shape;1249;p27"/>
              <p:cNvCxnSpPr/>
              <p:nvPr/>
            </p:nvCxnSpPr>
            <p:spPr>
              <a:xfrm>
                <a:off x="633775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50" name="Google Shape;1250;p27"/>
              <p:cNvCxnSpPr/>
              <p:nvPr/>
            </p:nvCxnSpPr>
            <p:spPr>
              <a:xfrm>
                <a:off x="669091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51" name="Google Shape;1251;p27"/>
              <p:cNvCxnSpPr/>
              <p:nvPr/>
            </p:nvCxnSpPr>
            <p:spPr>
              <a:xfrm>
                <a:off x="704406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52" name="Google Shape;1252;p27"/>
              <p:cNvCxnSpPr/>
              <p:nvPr/>
            </p:nvCxnSpPr>
            <p:spPr>
              <a:xfrm>
                <a:off x="739721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53" name="Google Shape;1253;p27"/>
              <p:cNvCxnSpPr/>
              <p:nvPr/>
            </p:nvCxnSpPr>
            <p:spPr>
              <a:xfrm>
                <a:off x="775036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54" name="Google Shape;1254;p27"/>
              <p:cNvCxnSpPr/>
              <p:nvPr/>
            </p:nvCxnSpPr>
            <p:spPr>
              <a:xfrm>
                <a:off x="810351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55" name="Google Shape;1255;p27"/>
              <p:cNvCxnSpPr/>
              <p:nvPr/>
            </p:nvCxnSpPr>
            <p:spPr>
              <a:xfrm>
                <a:off x="845667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56" name="Google Shape;1256;p27"/>
              <p:cNvCxnSpPr/>
              <p:nvPr/>
            </p:nvCxnSpPr>
            <p:spPr>
              <a:xfrm>
                <a:off x="880982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1257" name="Google Shape;1257;p27"/>
            <p:cNvCxnSpPr/>
            <p:nvPr/>
          </p:nvCxnSpPr>
          <p:spPr>
            <a:xfrm>
              <a:off x="-8700" y="2926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58" name="Google Shape;1258;p27"/>
            <p:cNvCxnSpPr/>
            <p:nvPr/>
          </p:nvCxnSpPr>
          <p:spPr>
            <a:xfrm>
              <a:off x="-8700" y="7034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59" name="Google Shape;1259;p27"/>
            <p:cNvCxnSpPr/>
            <p:nvPr/>
          </p:nvCxnSpPr>
          <p:spPr>
            <a:xfrm>
              <a:off x="-8700" y="10523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0" name="Google Shape;1260;p27"/>
            <p:cNvCxnSpPr/>
            <p:nvPr/>
          </p:nvCxnSpPr>
          <p:spPr>
            <a:xfrm>
              <a:off x="-8700" y="14631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1" name="Google Shape;1261;p27"/>
            <p:cNvCxnSpPr/>
            <p:nvPr/>
          </p:nvCxnSpPr>
          <p:spPr>
            <a:xfrm>
              <a:off x="-8700" y="18345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2" name="Google Shape;1262;p27"/>
            <p:cNvCxnSpPr/>
            <p:nvPr/>
          </p:nvCxnSpPr>
          <p:spPr>
            <a:xfrm>
              <a:off x="-8700" y="22453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3" name="Google Shape;1263;p27"/>
            <p:cNvCxnSpPr/>
            <p:nvPr/>
          </p:nvCxnSpPr>
          <p:spPr>
            <a:xfrm>
              <a:off x="-8700" y="25942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4" name="Google Shape;1264;p27"/>
            <p:cNvCxnSpPr/>
            <p:nvPr/>
          </p:nvCxnSpPr>
          <p:spPr>
            <a:xfrm>
              <a:off x="-8700" y="30050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5" name="Google Shape;1265;p27"/>
            <p:cNvCxnSpPr/>
            <p:nvPr/>
          </p:nvCxnSpPr>
          <p:spPr>
            <a:xfrm>
              <a:off x="-8700" y="33764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6" name="Google Shape;1266;p27"/>
            <p:cNvCxnSpPr/>
            <p:nvPr/>
          </p:nvCxnSpPr>
          <p:spPr>
            <a:xfrm>
              <a:off x="-8700" y="37872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7" name="Google Shape;1267;p27"/>
            <p:cNvCxnSpPr/>
            <p:nvPr/>
          </p:nvCxnSpPr>
          <p:spPr>
            <a:xfrm>
              <a:off x="-8700" y="41361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8" name="Google Shape;1268;p27"/>
            <p:cNvCxnSpPr/>
            <p:nvPr/>
          </p:nvCxnSpPr>
          <p:spPr>
            <a:xfrm>
              <a:off x="-8700" y="45470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9" name="Google Shape;1269;p27"/>
            <p:cNvCxnSpPr/>
            <p:nvPr/>
          </p:nvCxnSpPr>
          <p:spPr>
            <a:xfrm>
              <a:off x="-8700" y="48508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270" name="Google Shape;1270;p27"/>
          <p:cNvGrpSpPr/>
          <p:nvPr/>
        </p:nvGrpSpPr>
        <p:grpSpPr>
          <a:xfrm>
            <a:off x="366955" y="405600"/>
            <a:ext cx="11512845" cy="6079200"/>
            <a:chOff x="275216" y="304200"/>
            <a:chExt cx="8634634" cy="4559400"/>
          </a:xfrm>
        </p:grpSpPr>
        <p:grpSp>
          <p:nvGrpSpPr>
            <p:cNvPr id="1271" name="Google Shape;1271;p27"/>
            <p:cNvGrpSpPr/>
            <p:nvPr/>
          </p:nvGrpSpPr>
          <p:grpSpPr>
            <a:xfrm>
              <a:off x="275216" y="304200"/>
              <a:ext cx="8406168" cy="4559400"/>
              <a:chOff x="155350" y="382538"/>
              <a:chExt cx="8686750" cy="4559400"/>
            </a:xfrm>
          </p:grpSpPr>
          <p:sp>
            <p:nvSpPr>
              <p:cNvPr id="1272" name="Google Shape;1272;p27"/>
              <p:cNvSpPr/>
              <p:nvPr/>
            </p:nvSpPr>
            <p:spPr>
              <a:xfrm>
                <a:off x="302000" y="382538"/>
                <a:ext cx="8540100" cy="4559400"/>
              </a:xfrm>
              <a:prstGeom prst="roundRect">
                <a:avLst>
                  <a:gd name="adj" fmla="val 2747"/>
                </a:avLst>
              </a:prstGeom>
              <a:solidFill>
                <a:schemeClr val="accent4"/>
              </a:solidFill>
              <a:ln>
                <a:noFill/>
              </a:ln>
              <a:effectLst>
                <a:outerShdw dist="57150" dir="2400000" algn="bl" rotWithShape="0">
                  <a:schemeClr val="dk1">
                    <a:alpha val="7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pic>
            <p:nvPicPr>
              <p:cNvPr id="1273" name="Google Shape;1273;p27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155350" y="640650"/>
                <a:ext cx="291950" cy="27553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74" name="Google Shape;1274;p27"/>
              <p:cNvPicPr preferRelativeResize="0"/>
              <p:nvPr/>
            </p:nvPicPr>
            <p:blipFill rotWithShape="1">
              <a:blip r:embed="rId2">
                <a:alphaModFix/>
              </a:blip>
              <a:srcRect b="53499"/>
              <a:stretch/>
            </p:blipFill>
            <p:spPr>
              <a:xfrm>
                <a:off x="155350" y="3402600"/>
                <a:ext cx="291950" cy="128124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1275" name="Google Shape;1275;p27"/>
            <p:cNvSpPr/>
            <p:nvPr/>
          </p:nvSpPr>
          <p:spPr>
            <a:xfrm rot="5400000">
              <a:off x="8438250" y="1016977"/>
              <a:ext cx="7146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76" name="Google Shape;1276;p27"/>
            <p:cNvSpPr/>
            <p:nvPr/>
          </p:nvSpPr>
          <p:spPr>
            <a:xfrm rot="5400000">
              <a:off x="8447100" y="1832875"/>
              <a:ext cx="6969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277" name="Google Shape;1277;p27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10290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700"/>
              <a:buNone/>
              <a:defRPr>
                <a:latin typeface="Noto Sans"/>
                <a:ea typeface="Noto Sans"/>
                <a:cs typeface="Noto Sans"/>
                <a:sym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700"/>
              <a:buNone/>
              <a:defRPr>
                <a:latin typeface="Noto Sans"/>
                <a:ea typeface="Noto Sans"/>
                <a:cs typeface="Noto Sans"/>
                <a:sym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700"/>
              <a:buNone/>
              <a:defRPr>
                <a:latin typeface="Noto Sans"/>
                <a:ea typeface="Noto Sans"/>
                <a:cs typeface="Noto Sans"/>
                <a:sym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700"/>
              <a:buNone/>
              <a:defRPr>
                <a:latin typeface="Noto Sans"/>
                <a:ea typeface="Noto Sans"/>
                <a:cs typeface="Noto Sans"/>
                <a:sym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700"/>
              <a:buNone/>
              <a:defRPr>
                <a:latin typeface="Noto Sans"/>
                <a:ea typeface="Noto Sans"/>
                <a:cs typeface="Noto Sans"/>
                <a:sym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700"/>
              <a:buNone/>
              <a:defRPr>
                <a:latin typeface="Noto Sans"/>
                <a:ea typeface="Noto Sans"/>
                <a:cs typeface="Noto Sans"/>
                <a:sym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700"/>
              <a:buNone/>
              <a:defRPr>
                <a:latin typeface="Noto Sans"/>
                <a:ea typeface="Noto Sans"/>
                <a:cs typeface="Noto Sans"/>
                <a:sym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700"/>
              <a:buNone/>
              <a:defRPr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endParaRPr/>
          </a:p>
        </p:txBody>
      </p:sp>
      <p:sp>
        <p:nvSpPr>
          <p:cNvPr id="1278" name="Google Shape;1278;p27"/>
          <p:cNvSpPr txBox="1">
            <a:spLocks noGrp="1"/>
          </p:cNvSpPr>
          <p:nvPr>
            <p:ph type="subTitle" idx="1"/>
          </p:nvPr>
        </p:nvSpPr>
        <p:spPr>
          <a:xfrm>
            <a:off x="2606800" y="1953300"/>
            <a:ext cx="3375200" cy="8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9" name="Google Shape;1279;p27"/>
          <p:cNvSpPr txBox="1">
            <a:spLocks noGrp="1"/>
          </p:cNvSpPr>
          <p:nvPr>
            <p:ph type="title" idx="2" hasCustomPrompt="1"/>
          </p:nvPr>
        </p:nvSpPr>
        <p:spPr>
          <a:xfrm>
            <a:off x="1041033" y="1953300"/>
            <a:ext cx="1385600" cy="824800"/>
          </a:xfrm>
          <a:prstGeom prst="rect">
            <a:avLst/>
          </a:prstGeom>
          <a:solidFill>
            <a:schemeClr val="accent4"/>
          </a:solidFill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067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1280" name="Google Shape;1280;p27"/>
          <p:cNvSpPr txBox="1">
            <a:spLocks noGrp="1"/>
          </p:cNvSpPr>
          <p:nvPr>
            <p:ph type="subTitle" idx="3"/>
          </p:nvPr>
        </p:nvSpPr>
        <p:spPr>
          <a:xfrm>
            <a:off x="2606800" y="2943900"/>
            <a:ext cx="3375200" cy="8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1" name="Google Shape;1281;p27"/>
          <p:cNvSpPr txBox="1">
            <a:spLocks noGrp="1"/>
          </p:cNvSpPr>
          <p:nvPr>
            <p:ph type="title" idx="4" hasCustomPrompt="1"/>
          </p:nvPr>
        </p:nvSpPr>
        <p:spPr>
          <a:xfrm>
            <a:off x="1041033" y="2943900"/>
            <a:ext cx="1385600" cy="824800"/>
          </a:xfrm>
          <a:prstGeom prst="rect">
            <a:avLst/>
          </a:prstGeom>
          <a:solidFill>
            <a:schemeClr val="accent4"/>
          </a:solidFill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067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1282" name="Google Shape;1282;p27"/>
          <p:cNvSpPr txBox="1">
            <a:spLocks noGrp="1"/>
          </p:cNvSpPr>
          <p:nvPr>
            <p:ph type="subTitle" idx="5"/>
          </p:nvPr>
        </p:nvSpPr>
        <p:spPr>
          <a:xfrm>
            <a:off x="2606800" y="3934500"/>
            <a:ext cx="3375200" cy="8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3" name="Google Shape;1283;p27"/>
          <p:cNvSpPr txBox="1">
            <a:spLocks noGrp="1"/>
          </p:cNvSpPr>
          <p:nvPr>
            <p:ph type="title" idx="6" hasCustomPrompt="1"/>
          </p:nvPr>
        </p:nvSpPr>
        <p:spPr>
          <a:xfrm>
            <a:off x="1041033" y="3934500"/>
            <a:ext cx="1385600" cy="824800"/>
          </a:xfrm>
          <a:prstGeom prst="rect">
            <a:avLst/>
          </a:prstGeom>
          <a:solidFill>
            <a:schemeClr val="accent4"/>
          </a:solidFill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067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1284" name="Google Shape;1284;p27"/>
          <p:cNvSpPr txBox="1">
            <a:spLocks noGrp="1"/>
          </p:cNvSpPr>
          <p:nvPr>
            <p:ph type="subTitle" idx="7"/>
          </p:nvPr>
        </p:nvSpPr>
        <p:spPr>
          <a:xfrm>
            <a:off x="2606800" y="4925100"/>
            <a:ext cx="3375200" cy="8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5" name="Google Shape;1285;p27"/>
          <p:cNvSpPr txBox="1">
            <a:spLocks noGrp="1"/>
          </p:cNvSpPr>
          <p:nvPr>
            <p:ph type="title" idx="8" hasCustomPrompt="1"/>
          </p:nvPr>
        </p:nvSpPr>
        <p:spPr>
          <a:xfrm>
            <a:off x="1041033" y="4925100"/>
            <a:ext cx="1385600" cy="824800"/>
          </a:xfrm>
          <a:prstGeom prst="rect">
            <a:avLst/>
          </a:prstGeom>
          <a:solidFill>
            <a:schemeClr val="accent4"/>
          </a:solidFill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067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1286" name="Google Shape;1286;p27"/>
          <p:cNvSpPr txBox="1">
            <a:spLocks noGrp="1"/>
          </p:cNvSpPr>
          <p:nvPr>
            <p:ph type="subTitle" idx="9"/>
          </p:nvPr>
        </p:nvSpPr>
        <p:spPr>
          <a:xfrm>
            <a:off x="7775700" y="1953300"/>
            <a:ext cx="3375200" cy="8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7" name="Google Shape;1287;p27"/>
          <p:cNvSpPr txBox="1">
            <a:spLocks noGrp="1"/>
          </p:cNvSpPr>
          <p:nvPr>
            <p:ph type="title" idx="13" hasCustomPrompt="1"/>
          </p:nvPr>
        </p:nvSpPr>
        <p:spPr>
          <a:xfrm>
            <a:off x="6209933" y="1953300"/>
            <a:ext cx="1385600" cy="824800"/>
          </a:xfrm>
          <a:prstGeom prst="rect">
            <a:avLst/>
          </a:prstGeom>
          <a:solidFill>
            <a:schemeClr val="accent4"/>
          </a:solidFill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067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1288" name="Google Shape;1288;p27"/>
          <p:cNvSpPr txBox="1">
            <a:spLocks noGrp="1"/>
          </p:cNvSpPr>
          <p:nvPr>
            <p:ph type="subTitle" idx="14"/>
          </p:nvPr>
        </p:nvSpPr>
        <p:spPr>
          <a:xfrm>
            <a:off x="7775700" y="2943900"/>
            <a:ext cx="3375200" cy="8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9" name="Google Shape;1289;p27"/>
          <p:cNvSpPr txBox="1">
            <a:spLocks noGrp="1"/>
          </p:cNvSpPr>
          <p:nvPr>
            <p:ph type="title" idx="15" hasCustomPrompt="1"/>
          </p:nvPr>
        </p:nvSpPr>
        <p:spPr>
          <a:xfrm>
            <a:off x="6209933" y="2943900"/>
            <a:ext cx="1385600" cy="824800"/>
          </a:xfrm>
          <a:prstGeom prst="rect">
            <a:avLst/>
          </a:prstGeom>
          <a:solidFill>
            <a:schemeClr val="accent4"/>
          </a:solidFill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067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1290" name="Google Shape;1290;p27"/>
          <p:cNvSpPr txBox="1">
            <a:spLocks noGrp="1"/>
          </p:cNvSpPr>
          <p:nvPr>
            <p:ph type="subTitle" idx="16"/>
          </p:nvPr>
        </p:nvSpPr>
        <p:spPr>
          <a:xfrm>
            <a:off x="7775700" y="3934500"/>
            <a:ext cx="3375200" cy="8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1" name="Google Shape;1291;p27"/>
          <p:cNvSpPr txBox="1">
            <a:spLocks noGrp="1"/>
          </p:cNvSpPr>
          <p:nvPr>
            <p:ph type="title" idx="17" hasCustomPrompt="1"/>
          </p:nvPr>
        </p:nvSpPr>
        <p:spPr>
          <a:xfrm>
            <a:off x="6209933" y="3934500"/>
            <a:ext cx="1385600" cy="824800"/>
          </a:xfrm>
          <a:prstGeom prst="rect">
            <a:avLst/>
          </a:prstGeom>
          <a:solidFill>
            <a:schemeClr val="accent4"/>
          </a:solidFill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067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  <p:sp>
        <p:nvSpPr>
          <p:cNvPr id="1292" name="Google Shape;1292;p27"/>
          <p:cNvSpPr txBox="1">
            <a:spLocks noGrp="1"/>
          </p:cNvSpPr>
          <p:nvPr>
            <p:ph type="subTitle" idx="18"/>
          </p:nvPr>
        </p:nvSpPr>
        <p:spPr>
          <a:xfrm>
            <a:off x="7775700" y="4925100"/>
            <a:ext cx="3375200" cy="8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3" name="Google Shape;1293;p27"/>
          <p:cNvSpPr txBox="1">
            <a:spLocks noGrp="1"/>
          </p:cNvSpPr>
          <p:nvPr>
            <p:ph type="title" idx="19" hasCustomPrompt="1"/>
          </p:nvPr>
        </p:nvSpPr>
        <p:spPr>
          <a:xfrm>
            <a:off x="6209933" y="4925100"/>
            <a:ext cx="1385600" cy="824800"/>
          </a:xfrm>
          <a:prstGeom prst="rect">
            <a:avLst/>
          </a:prstGeom>
          <a:solidFill>
            <a:schemeClr val="accent4"/>
          </a:solidFill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000"/>
              <a:buNone/>
              <a:defRPr sz="5067"/>
            </a:lvl1pPr>
            <a:lvl2pPr lvl="1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2pPr>
            <a:lvl3pPr lvl="2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3pPr>
            <a:lvl4pPr lvl="3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4pPr>
            <a:lvl5pPr lvl="4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5pPr>
            <a:lvl6pPr lvl="5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6pPr>
            <a:lvl7pPr lvl="6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7pPr>
            <a:lvl8pPr lvl="7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8pPr>
            <a:lvl9pPr lvl="8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000"/>
              <a:buNone/>
              <a:defRPr sz="5333"/>
            </a:lvl9pPr>
          </a:lstStyle>
          <a:p>
            <a:r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69612154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Numbers and text">
    <p:spTree>
      <p:nvGrpSpPr>
        <p:cNvPr id="1" name="Shape 1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95" name="Google Shape;1295;p28"/>
          <p:cNvGrpSpPr/>
          <p:nvPr/>
        </p:nvGrpSpPr>
        <p:grpSpPr>
          <a:xfrm>
            <a:off x="-11600" y="5000"/>
            <a:ext cx="12215200" cy="6880400"/>
            <a:chOff x="-8700" y="3750"/>
            <a:chExt cx="9161400" cy="5160300"/>
          </a:xfrm>
        </p:grpSpPr>
        <p:grpSp>
          <p:nvGrpSpPr>
            <p:cNvPr id="1296" name="Google Shape;1296;p28"/>
            <p:cNvGrpSpPr/>
            <p:nvPr/>
          </p:nvGrpSpPr>
          <p:grpSpPr>
            <a:xfrm>
              <a:off x="334175" y="3750"/>
              <a:ext cx="8475647" cy="5160300"/>
              <a:chOff x="334175" y="3750"/>
              <a:chExt cx="8475647" cy="5160300"/>
            </a:xfrm>
          </p:grpSpPr>
          <p:cxnSp>
            <p:nvCxnSpPr>
              <p:cNvPr id="1297" name="Google Shape;1297;p28"/>
              <p:cNvCxnSpPr/>
              <p:nvPr/>
            </p:nvCxnSpPr>
            <p:spPr>
              <a:xfrm>
                <a:off x="33417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98" name="Google Shape;1298;p28"/>
              <p:cNvCxnSpPr/>
              <p:nvPr/>
            </p:nvCxnSpPr>
            <p:spPr>
              <a:xfrm>
                <a:off x="68732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99" name="Google Shape;1299;p28"/>
              <p:cNvCxnSpPr/>
              <p:nvPr/>
            </p:nvCxnSpPr>
            <p:spPr>
              <a:xfrm>
                <a:off x="104047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00" name="Google Shape;1300;p28"/>
              <p:cNvCxnSpPr/>
              <p:nvPr/>
            </p:nvCxnSpPr>
            <p:spPr>
              <a:xfrm>
                <a:off x="139363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01" name="Google Shape;1301;p28"/>
              <p:cNvCxnSpPr/>
              <p:nvPr/>
            </p:nvCxnSpPr>
            <p:spPr>
              <a:xfrm>
                <a:off x="174678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02" name="Google Shape;1302;p28"/>
              <p:cNvCxnSpPr/>
              <p:nvPr/>
            </p:nvCxnSpPr>
            <p:spPr>
              <a:xfrm>
                <a:off x="209993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03" name="Google Shape;1303;p28"/>
              <p:cNvCxnSpPr/>
              <p:nvPr/>
            </p:nvCxnSpPr>
            <p:spPr>
              <a:xfrm>
                <a:off x="245308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04" name="Google Shape;1304;p28"/>
              <p:cNvCxnSpPr/>
              <p:nvPr/>
            </p:nvCxnSpPr>
            <p:spPr>
              <a:xfrm>
                <a:off x="280623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05" name="Google Shape;1305;p28"/>
              <p:cNvCxnSpPr/>
              <p:nvPr/>
            </p:nvCxnSpPr>
            <p:spPr>
              <a:xfrm>
                <a:off x="315939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06" name="Google Shape;1306;p28"/>
              <p:cNvCxnSpPr/>
              <p:nvPr/>
            </p:nvCxnSpPr>
            <p:spPr>
              <a:xfrm>
                <a:off x="351254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07" name="Google Shape;1307;p28"/>
              <p:cNvCxnSpPr/>
              <p:nvPr/>
            </p:nvCxnSpPr>
            <p:spPr>
              <a:xfrm>
                <a:off x="386569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08" name="Google Shape;1308;p28"/>
              <p:cNvCxnSpPr/>
              <p:nvPr/>
            </p:nvCxnSpPr>
            <p:spPr>
              <a:xfrm>
                <a:off x="421884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09" name="Google Shape;1309;p28"/>
              <p:cNvCxnSpPr/>
              <p:nvPr/>
            </p:nvCxnSpPr>
            <p:spPr>
              <a:xfrm>
                <a:off x="457199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10" name="Google Shape;1310;p28"/>
              <p:cNvCxnSpPr/>
              <p:nvPr/>
            </p:nvCxnSpPr>
            <p:spPr>
              <a:xfrm>
                <a:off x="492515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11" name="Google Shape;1311;p28"/>
              <p:cNvCxnSpPr/>
              <p:nvPr/>
            </p:nvCxnSpPr>
            <p:spPr>
              <a:xfrm>
                <a:off x="527830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12" name="Google Shape;1312;p28"/>
              <p:cNvCxnSpPr/>
              <p:nvPr/>
            </p:nvCxnSpPr>
            <p:spPr>
              <a:xfrm>
                <a:off x="563145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13" name="Google Shape;1313;p28"/>
              <p:cNvCxnSpPr/>
              <p:nvPr/>
            </p:nvCxnSpPr>
            <p:spPr>
              <a:xfrm>
                <a:off x="598460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14" name="Google Shape;1314;p28"/>
              <p:cNvCxnSpPr/>
              <p:nvPr/>
            </p:nvCxnSpPr>
            <p:spPr>
              <a:xfrm>
                <a:off x="633775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15" name="Google Shape;1315;p28"/>
              <p:cNvCxnSpPr/>
              <p:nvPr/>
            </p:nvCxnSpPr>
            <p:spPr>
              <a:xfrm>
                <a:off x="669091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16" name="Google Shape;1316;p28"/>
              <p:cNvCxnSpPr/>
              <p:nvPr/>
            </p:nvCxnSpPr>
            <p:spPr>
              <a:xfrm>
                <a:off x="704406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17" name="Google Shape;1317;p28"/>
              <p:cNvCxnSpPr/>
              <p:nvPr/>
            </p:nvCxnSpPr>
            <p:spPr>
              <a:xfrm>
                <a:off x="739721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18" name="Google Shape;1318;p28"/>
              <p:cNvCxnSpPr/>
              <p:nvPr/>
            </p:nvCxnSpPr>
            <p:spPr>
              <a:xfrm>
                <a:off x="775036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19" name="Google Shape;1319;p28"/>
              <p:cNvCxnSpPr/>
              <p:nvPr/>
            </p:nvCxnSpPr>
            <p:spPr>
              <a:xfrm>
                <a:off x="810351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20" name="Google Shape;1320;p28"/>
              <p:cNvCxnSpPr/>
              <p:nvPr/>
            </p:nvCxnSpPr>
            <p:spPr>
              <a:xfrm>
                <a:off x="845667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21" name="Google Shape;1321;p28"/>
              <p:cNvCxnSpPr/>
              <p:nvPr/>
            </p:nvCxnSpPr>
            <p:spPr>
              <a:xfrm>
                <a:off x="880982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1322" name="Google Shape;1322;p28"/>
            <p:cNvCxnSpPr/>
            <p:nvPr/>
          </p:nvCxnSpPr>
          <p:spPr>
            <a:xfrm>
              <a:off x="-8700" y="2926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23" name="Google Shape;1323;p28"/>
            <p:cNvCxnSpPr/>
            <p:nvPr/>
          </p:nvCxnSpPr>
          <p:spPr>
            <a:xfrm>
              <a:off x="-8700" y="7034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24" name="Google Shape;1324;p28"/>
            <p:cNvCxnSpPr/>
            <p:nvPr/>
          </p:nvCxnSpPr>
          <p:spPr>
            <a:xfrm>
              <a:off x="-8700" y="10523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25" name="Google Shape;1325;p28"/>
            <p:cNvCxnSpPr/>
            <p:nvPr/>
          </p:nvCxnSpPr>
          <p:spPr>
            <a:xfrm>
              <a:off x="-8700" y="14631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26" name="Google Shape;1326;p28"/>
            <p:cNvCxnSpPr/>
            <p:nvPr/>
          </p:nvCxnSpPr>
          <p:spPr>
            <a:xfrm>
              <a:off x="-8700" y="18345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27" name="Google Shape;1327;p28"/>
            <p:cNvCxnSpPr/>
            <p:nvPr/>
          </p:nvCxnSpPr>
          <p:spPr>
            <a:xfrm>
              <a:off x="-8700" y="22453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28" name="Google Shape;1328;p28"/>
            <p:cNvCxnSpPr/>
            <p:nvPr/>
          </p:nvCxnSpPr>
          <p:spPr>
            <a:xfrm>
              <a:off x="-8700" y="25942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29" name="Google Shape;1329;p28"/>
            <p:cNvCxnSpPr/>
            <p:nvPr/>
          </p:nvCxnSpPr>
          <p:spPr>
            <a:xfrm>
              <a:off x="-8700" y="30050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30" name="Google Shape;1330;p28"/>
            <p:cNvCxnSpPr/>
            <p:nvPr/>
          </p:nvCxnSpPr>
          <p:spPr>
            <a:xfrm>
              <a:off x="-8700" y="33764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31" name="Google Shape;1331;p28"/>
            <p:cNvCxnSpPr/>
            <p:nvPr/>
          </p:nvCxnSpPr>
          <p:spPr>
            <a:xfrm>
              <a:off x="-8700" y="37872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32" name="Google Shape;1332;p28"/>
            <p:cNvCxnSpPr/>
            <p:nvPr/>
          </p:nvCxnSpPr>
          <p:spPr>
            <a:xfrm>
              <a:off x="-8700" y="41361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33" name="Google Shape;1333;p28"/>
            <p:cNvCxnSpPr/>
            <p:nvPr/>
          </p:nvCxnSpPr>
          <p:spPr>
            <a:xfrm>
              <a:off x="-8700" y="45470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34" name="Google Shape;1334;p28"/>
            <p:cNvCxnSpPr/>
            <p:nvPr/>
          </p:nvCxnSpPr>
          <p:spPr>
            <a:xfrm>
              <a:off x="-8700" y="48508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335" name="Google Shape;1335;p28"/>
          <p:cNvGrpSpPr/>
          <p:nvPr/>
        </p:nvGrpSpPr>
        <p:grpSpPr>
          <a:xfrm>
            <a:off x="366955" y="155451"/>
            <a:ext cx="11208224" cy="6320500"/>
            <a:chOff x="155350" y="201563"/>
            <a:chExt cx="8686750" cy="4740375"/>
          </a:xfrm>
        </p:grpSpPr>
        <p:sp>
          <p:nvSpPr>
            <p:cNvPr id="1336" name="Google Shape;1336;p28"/>
            <p:cNvSpPr/>
            <p:nvPr/>
          </p:nvSpPr>
          <p:spPr>
            <a:xfrm>
              <a:off x="8494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37" name="Google Shape;1337;p28"/>
            <p:cNvSpPr/>
            <p:nvPr/>
          </p:nvSpPr>
          <p:spPr>
            <a:xfrm>
              <a:off x="27723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38" name="Google Shape;1338;p28"/>
            <p:cNvSpPr/>
            <p:nvPr/>
          </p:nvSpPr>
          <p:spPr>
            <a:xfrm>
              <a:off x="66181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1339" name="Google Shape;1339;p28"/>
            <p:cNvGrpSpPr/>
            <p:nvPr/>
          </p:nvGrpSpPr>
          <p:grpSpPr>
            <a:xfrm>
              <a:off x="155350" y="382538"/>
              <a:ext cx="8686750" cy="4559400"/>
              <a:chOff x="155350" y="382538"/>
              <a:chExt cx="8686750" cy="4559400"/>
            </a:xfrm>
          </p:grpSpPr>
          <p:sp>
            <p:nvSpPr>
              <p:cNvPr id="1340" name="Google Shape;1340;p28"/>
              <p:cNvSpPr/>
              <p:nvPr/>
            </p:nvSpPr>
            <p:spPr>
              <a:xfrm>
                <a:off x="302000" y="382538"/>
                <a:ext cx="8540100" cy="4559400"/>
              </a:xfrm>
              <a:prstGeom prst="roundRect">
                <a:avLst>
                  <a:gd name="adj" fmla="val 2747"/>
                </a:avLst>
              </a:prstGeom>
              <a:solidFill>
                <a:schemeClr val="accent4"/>
              </a:solidFill>
              <a:ln>
                <a:noFill/>
              </a:ln>
              <a:effectLst>
                <a:outerShdw dist="57150" dir="2400000" algn="bl" rotWithShape="0">
                  <a:schemeClr val="dk1">
                    <a:alpha val="7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pic>
            <p:nvPicPr>
              <p:cNvPr id="1341" name="Google Shape;1341;p28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155350" y="640650"/>
                <a:ext cx="291950" cy="27553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342" name="Google Shape;1342;p28"/>
              <p:cNvPicPr preferRelativeResize="0"/>
              <p:nvPr/>
            </p:nvPicPr>
            <p:blipFill rotWithShape="1">
              <a:blip r:embed="rId2">
                <a:alphaModFix/>
              </a:blip>
              <a:srcRect b="53499"/>
              <a:stretch/>
            </p:blipFill>
            <p:spPr>
              <a:xfrm>
                <a:off x="155350" y="3402600"/>
                <a:ext cx="291950" cy="128124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sp>
        <p:nvSpPr>
          <p:cNvPr id="1343" name="Google Shape;1343;p28"/>
          <p:cNvSpPr txBox="1">
            <a:spLocks noGrp="1"/>
          </p:cNvSpPr>
          <p:nvPr>
            <p:ph type="title" hasCustomPrompt="1"/>
          </p:nvPr>
        </p:nvSpPr>
        <p:spPr>
          <a:xfrm>
            <a:off x="4040867" y="1520800"/>
            <a:ext cx="4110400" cy="1025200"/>
          </a:xfrm>
          <a:prstGeom prst="rect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44" name="Google Shape;1344;p28"/>
          <p:cNvSpPr txBox="1">
            <a:spLocks noGrp="1"/>
          </p:cNvSpPr>
          <p:nvPr>
            <p:ph type="subTitle" idx="1"/>
          </p:nvPr>
        </p:nvSpPr>
        <p:spPr>
          <a:xfrm>
            <a:off x="4040867" y="2723799"/>
            <a:ext cx="4110400" cy="51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45" name="Google Shape;1345;p28"/>
          <p:cNvSpPr txBox="1">
            <a:spLocks noGrp="1"/>
          </p:cNvSpPr>
          <p:nvPr>
            <p:ph type="title" idx="2" hasCustomPrompt="1"/>
          </p:nvPr>
        </p:nvSpPr>
        <p:spPr>
          <a:xfrm>
            <a:off x="1805684" y="3615900"/>
            <a:ext cx="4110400" cy="1025200"/>
          </a:xfrm>
          <a:prstGeom prst="rect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46" name="Google Shape;1346;p28"/>
          <p:cNvSpPr txBox="1">
            <a:spLocks noGrp="1"/>
          </p:cNvSpPr>
          <p:nvPr>
            <p:ph type="subTitle" idx="3"/>
          </p:nvPr>
        </p:nvSpPr>
        <p:spPr>
          <a:xfrm>
            <a:off x="1805684" y="4818899"/>
            <a:ext cx="4110400" cy="51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47" name="Google Shape;1347;p28"/>
          <p:cNvSpPr txBox="1">
            <a:spLocks noGrp="1"/>
          </p:cNvSpPr>
          <p:nvPr>
            <p:ph type="title" idx="4" hasCustomPrompt="1"/>
          </p:nvPr>
        </p:nvSpPr>
        <p:spPr>
          <a:xfrm>
            <a:off x="6275917" y="3622167"/>
            <a:ext cx="4110400" cy="1025200"/>
          </a:xfrm>
          <a:prstGeom prst="rect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48" name="Google Shape;1348;p28"/>
          <p:cNvSpPr txBox="1">
            <a:spLocks noGrp="1"/>
          </p:cNvSpPr>
          <p:nvPr>
            <p:ph type="subTitle" idx="5"/>
          </p:nvPr>
        </p:nvSpPr>
        <p:spPr>
          <a:xfrm>
            <a:off x="6275917" y="4825168"/>
            <a:ext cx="4110400" cy="51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6370238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Numbers and text 1">
    <p:spTree>
      <p:nvGrpSpPr>
        <p:cNvPr id="1" name="Shape 1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50" name="Google Shape;1350;p29"/>
          <p:cNvGrpSpPr/>
          <p:nvPr/>
        </p:nvGrpSpPr>
        <p:grpSpPr>
          <a:xfrm>
            <a:off x="-11600" y="5000"/>
            <a:ext cx="12215200" cy="6880400"/>
            <a:chOff x="-8700" y="3750"/>
            <a:chExt cx="9161400" cy="5160300"/>
          </a:xfrm>
        </p:grpSpPr>
        <p:grpSp>
          <p:nvGrpSpPr>
            <p:cNvPr id="1351" name="Google Shape;1351;p29"/>
            <p:cNvGrpSpPr/>
            <p:nvPr/>
          </p:nvGrpSpPr>
          <p:grpSpPr>
            <a:xfrm>
              <a:off x="334175" y="3750"/>
              <a:ext cx="8475647" cy="5160300"/>
              <a:chOff x="334175" y="3750"/>
              <a:chExt cx="8475647" cy="5160300"/>
            </a:xfrm>
          </p:grpSpPr>
          <p:cxnSp>
            <p:nvCxnSpPr>
              <p:cNvPr id="1352" name="Google Shape;1352;p29"/>
              <p:cNvCxnSpPr/>
              <p:nvPr/>
            </p:nvCxnSpPr>
            <p:spPr>
              <a:xfrm>
                <a:off x="33417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3" name="Google Shape;1353;p29"/>
              <p:cNvCxnSpPr/>
              <p:nvPr/>
            </p:nvCxnSpPr>
            <p:spPr>
              <a:xfrm>
                <a:off x="68732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4" name="Google Shape;1354;p29"/>
              <p:cNvCxnSpPr/>
              <p:nvPr/>
            </p:nvCxnSpPr>
            <p:spPr>
              <a:xfrm>
                <a:off x="104047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5" name="Google Shape;1355;p29"/>
              <p:cNvCxnSpPr/>
              <p:nvPr/>
            </p:nvCxnSpPr>
            <p:spPr>
              <a:xfrm>
                <a:off x="139363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6" name="Google Shape;1356;p29"/>
              <p:cNvCxnSpPr/>
              <p:nvPr/>
            </p:nvCxnSpPr>
            <p:spPr>
              <a:xfrm>
                <a:off x="174678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7" name="Google Shape;1357;p29"/>
              <p:cNvCxnSpPr/>
              <p:nvPr/>
            </p:nvCxnSpPr>
            <p:spPr>
              <a:xfrm>
                <a:off x="209993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8" name="Google Shape;1358;p29"/>
              <p:cNvCxnSpPr/>
              <p:nvPr/>
            </p:nvCxnSpPr>
            <p:spPr>
              <a:xfrm>
                <a:off x="245308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9" name="Google Shape;1359;p29"/>
              <p:cNvCxnSpPr/>
              <p:nvPr/>
            </p:nvCxnSpPr>
            <p:spPr>
              <a:xfrm>
                <a:off x="280623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60" name="Google Shape;1360;p29"/>
              <p:cNvCxnSpPr/>
              <p:nvPr/>
            </p:nvCxnSpPr>
            <p:spPr>
              <a:xfrm>
                <a:off x="315939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61" name="Google Shape;1361;p29"/>
              <p:cNvCxnSpPr/>
              <p:nvPr/>
            </p:nvCxnSpPr>
            <p:spPr>
              <a:xfrm>
                <a:off x="351254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62" name="Google Shape;1362;p29"/>
              <p:cNvCxnSpPr/>
              <p:nvPr/>
            </p:nvCxnSpPr>
            <p:spPr>
              <a:xfrm>
                <a:off x="386569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63" name="Google Shape;1363;p29"/>
              <p:cNvCxnSpPr/>
              <p:nvPr/>
            </p:nvCxnSpPr>
            <p:spPr>
              <a:xfrm>
                <a:off x="421884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64" name="Google Shape;1364;p29"/>
              <p:cNvCxnSpPr/>
              <p:nvPr/>
            </p:nvCxnSpPr>
            <p:spPr>
              <a:xfrm>
                <a:off x="457199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65" name="Google Shape;1365;p29"/>
              <p:cNvCxnSpPr/>
              <p:nvPr/>
            </p:nvCxnSpPr>
            <p:spPr>
              <a:xfrm>
                <a:off x="492515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66" name="Google Shape;1366;p29"/>
              <p:cNvCxnSpPr/>
              <p:nvPr/>
            </p:nvCxnSpPr>
            <p:spPr>
              <a:xfrm>
                <a:off x="527830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67" name="Google Shape;1367;p29"/>
              <p:cNvCxnSpPr/>
              <p:nvPr/>
            </p:nvCxnSpPr>
            <p:spPr>
              <a:xfrm>
                <a:off x="563145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68" name="Google Shape;1368;p29"/>
              <p:cNvCxnSpPr/>
              <p:nvPr/>
            </p:nvCxnSpPr>
            <p:spPr>
              <a:xfrm>
                <a:off x="598460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69" name="Google Shape;1369;p29"/>
              <p:cNvCxnSpPr/>
              <p:nvPr/>
            </p:nvCxnSpPr>
            <p:spPr>
              <a:xfrm>
                <a:off x="633775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70" name="Google Shape;1370;p29"/>
              <p:cNvCxnSpPr/>
              <p:nvPr/>
            </p:nvCxnSpPr>
            <p:spPr>
              <a:xfrm>
                <a:off x="669091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71" name="Google Shape;1371;p29"/>
              <p:cNvCxnSpPr/>
              <p:nvPr/>
            </p:nvCxnSpPr>
            <p:spPr>
              <a:xfrm>
                <a:off x="704406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72" name="Google Shape;1372;p29"/>
              <p:cNvCxnSpPr/>
              <p:nvPr/>
            </p:nvCxnSpPr>
            <p:spPr>
              <a:xfrm>
                <a:off x="739721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73" name="Google Shape;1373;p29"/>
              <p:cNvCxnSpPr/>
              <p:nvPr/>
            </p:nvCxnSpPr>
            <p:spPr>
              <a:xfrm>
                <a:off x="775036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74" name="Google Shape;1374;p29"/>
              <p:cNvCxnSpPr/>
              <p:nvPr/>
            </p:nvCxnSpPr>
            <p:spPr>
              <a:xfrm>
                <a:off x="810351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75" name="Google Shape;1375;p29"/>
              <p:cNvCxnSpPr/>
              <p:nvPr/>
            </p:nvCxnSpPr>
            <p:spPr>
              <a:xfrm>
                <a:off x="845667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76" name="Google Shape;1376;p29"/>
              <p:cNvCxnSpPr/>
              <p:nvPr/>
            </p:nvCxnSpPr>
            <p:spPr>
              <a:xfrm>
                <a:off x="880982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1377" name="Google Shape;1377;p29"/>
            <p:cNvCxnSpPr/>
            <p:nvPr/>
          </p:nvCxnSpPr>
          <p:spPr>
            <a:xfrm>
              <a:off x="-8700" y="2926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78" name="Google Shape;1378;p29"/>
            <p:cNvCxnSpPr/>
            <p:nvPr/>
          </p:nvCxnSpPr>
          <p:spPr>
            <a:xfrm>
              <a:off x="-8700" y="7034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79" name="Google Shape;1379;p29"/>
            <p:cNvCxnSpPr/>
            <p:nvPr/>
          </p:nvCxnSpPr>
          <p:spPr>
            <a:xfrm>
              <a:off x="-8700" y="10523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80" name="Google Shape;1380;p29"/>
            <p:cNvCxnSpPr/>
            <p:nvPr/>
          </p:nvCxnSpPr>
          <p:spPr>
            <a:xfrm>
              <a:off x="-8700" y="14631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81" name="Google Shape;1381;p29"/>
            <p:cNvCxnSpPr/>
            <p:nvPr/>
          </p:nvCxnSpPr>
          <p:spPr>
            <a:xfrm>
              <a:off x="-8700" y="18345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82" name="Google Shape;1382;p29"/>
            <p:cNvCxnSpPr/>
            <p:nvPr/>
          </p:nvCxnSpPr>
          <p:spPr>
            <a:xfrm>
              <a:off x="-8700" y="22453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83" name="Google Shape;1383;p29"/>
            <p:cNvCxnSpPr/>
            <p:nvPr/>
          </p:nvCxnSpPr>
          <p:spPr>
            <a:xfrm>
              <a:off x="-8700" y="25942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84" name="Google Shape;1384;p29"/>
            <p:cNvCxnSpPr/>
            <p:nvPr/>
          </p:nvCxnSpPr>
          <p:spPr>
            <a:xfrm>
              <a:off x="-8700" y="30050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85" name="Google Shape;1385;p29"/>
            <p:cNvCxnSpPr/>
            <p:nvPr/>
          </p:nvCxnSpPr>
          <p:spPr>
            <a:xfrm>
              <a:off x="-8700" y="33764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86" name="Google Shape;1386;p29"/>
            <p:cNvCxnSpPr/>
            <p:nvPr/>
          </p:nvCxnSpPr>
          <p:spPr>
            <a:xfrm>
              <a:off x="-8700" y="37872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87" name="Google Shape;1387;p29"/>
            <p:cNvCxnSpPr/>
            <p:nvPr/>
          </p:nvCxnSpPr>
          <p:spPr>
            <a:xfrm>
              <a:off x="-8700" y="41361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88" name="Google Shape;1388;p29"/>
            <p:cNvCxnSpPr/>
            <p:nvPr/>
          </p:nvCxnSpPr>
          <p:spPr>
            <a:xfrm>
              <a:off x="-8700" y="45470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389" name="Google Shape;1389;p29"/>
            <p:cNvCxnSpPr/>
            <p:nvPr/>
          </p:nvCxnSpPr>
          <p:spPr>
            <a:xfrm>
              <a:off x="-8700" y="48508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390" name="Google Shape;1390;p29"/>
          <p:cNvGrpSpPr/>
          <p:nvPr/>
        </p:nvGrpSpPr>
        <p:grpSpPr>
          <a:xfrm>
            <a:off x="366955" y="405600"/>
            <a:ext cx="11512845" cy="6079200"/>
            <a:chOff x="275216" y="304200"/>
            <a:chExt cx="8634634" cy="4559400"/>
          </a:xfrm>
        </p:grpSpPr>
        <p:grpSp>
          <p:nvGrpSpPr>
            <p:cNvPr id="1391" name="Google Shape;1391;p29"/>
            <p:cNvGrpSpPr/>
            <p:nvPr/>
          </p:nvGrpSpPr>
          <p:grpSpPr>
            <a:xfrm>
              <a:off x="275216" y="304200"/>
              <a:ext cx="8406168" cy="4559400"/>
              <a:chOff x="155350" y="382538"/>
              <a:chExt cx="8686750" cy="4559400"/>
            </a:xfrm>
          </p:grpSpPr>
          <p:sp>
            <p:nvSpPr>
              <p:cNvPr id="1392" name="Google Shape;1392;p29"/>
              <p:cNvSpPr/>
              <p:nvPr/>
            </p:nvSpPr>
            <p:spPr>
              <a:xfrm>
                <a:off x="302000" y="382538"/>
                <a:ext cx="8540100" cy="4559400"/>
              </a:xfrm>
              <a:prstGeom prst="roundRect">
                <a:avLst>
                  <a:gd name="adj" fmla="val 2747"/>
                </a:avLst>
              </a:prstGeom>
              <a:solidFill>
                <a:schemeClr val="accent4"/>
              </a:solidFill>
              <a:ln>
                <a:noFill/>
              </a:ln>
              <a:effectLst>
                <a:outerShdw dist="57150" dir="2400000" algn="bl" rotWithShape="0">
                  <a:schemeClr val="dk1">
                    <a:alpha val="7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pic>
            <p:nvPicPr>
              <p:cNvPr id="1393" name="Google Shape;1393;p29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155350" y="640650"/>
                <a:ext cx="291950" cy="27553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394" name="Google Shape;1394;p29"/>
              <p:cNvPicPr preferRelativeResize="0"/>
              <p:nvPr/>
            </p:nvPicPr>
            <p:blipFill rotWithShape="1">
              <a:blip r:embed="rId2">
                <a:alphaModFix/>
              </a:blip>
              <a:srcRect b="53499"/>
              <a:stretch/>
            </p:blipFill>
            <p:spPr>
              <a:xfrm>
                <a:off x="155350" y="3402600"/>
                <a:ext cx="291950" cy="128124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1395" name="Google Shape;1395;p29"/>
            <p:cNvSpPr/>
            <p:nvPr/>
          </p:nvSpPr>
          <p:spPr>
            <a:xfrm rot="5400000">
              <a:off x="8438250" y="1016977"/>
              <a:ext cx="7146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396" name="Google Shape;1396;p29"/>
          <p:cNvSpPr txBox="1">
            <a:spLocks noGrp="1"/>
          </p:cNvSpPr>
          <p:nvPr>
            <p:ph type="title" hasCustomPrompt="1"/>
          </p:nvPr>
        </p:nvSpPr>
        <p:spPr>
          <a:xfrm>
            <a:off x="1767533" y="1791233"/>
            <a:ext cx="1865200" cy="820800"/>
          </a:xfrm>
          <a:prstGeom prst="rect">
            <a:avLst/>
          </a:prstGeom>
          <a:solidFill>
            <a:schemeClr val="accent4"/>
          </a:solidFill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97" name="Google Shape;1397;p29"/>
          <p:cNvSpPr txBox="1">
            <a:spLocks noGrp="1"/>
          </p:cNvSpPr>
          <p:nvPr>
            <p:ph type="subTitle" idx="1"/>
          </p:nvPr>
        </p:nvSpPr>
        <p:spPr>
          <a:xfrm>
            <a:off x="1251333" y="4963067"/>
            <a:ext cx="2897600" cy="11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398" name="Google Shape;1398;p29"/>
          <p:cNvSpPr txBox="1">
            <a:spLocks noGrp="1"/>
          </p:cNvSpPr>
          <p:nvPr>
            <p:ph type="subTitle" idx="2"/>
          </p:nvPr>
        </p:nvSpPr>
        <p:spPr>
          <a:xfrm>
            <a:off x="1251333" y="4413267"/>
            <a:ext cx="2897600" cy="7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ebo"/>
              <a:buNone/>
              <a:defRPr sz="2667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ebo"/>
              <a:buNone/>
              <a:defRPr sz="3200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ebo"/>
              <a:buNone/>
              <a:defRPr sz="3200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ebo"/>
              <a:buNone/>
              <a:defRPr sz="3200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ebo"/>
              <a:buNone/>
              <a:defRPr sz="3200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ebo"/>
              <a:buNone/>
              <a:defRPr sz="3200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ebo"/>
              <a:buNone/>
              <a:defRPr sz="3200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ebo"/>
              <a:buNone/>
              <a:defRPr sz="3200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ebo"/>
              <a:buNone/>
              <a:defRPr sz="3200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9pPr>
          </a:lstStyle>
          <a:p>
            <a:endParaRPr/>
          </a:p>
        </p:txBody>
      </p:sp>
      <p:sp>
        <p:nvSpPr>
          <p:cNvPr id="1399" name="Google Shape;1399;p29"/>
          <p:cNvSpPr txBox="1">
            <a:spLocks noGrp="1"/>
          </p:cNvSpPr>
          <p:nvPr>
            <p:ph type="title" idx="3" hasCustomPrompt="1"/>
          </p:nvPr>
        </p:nvSpPr>
        <p:spPr>
          <a:xfrm>
            <a:off x="5164133" y="1791233"/>
            <a:ext cx="1863600" cy="820800"/>
          </a:xfrm>
          <a:prstGeom prst="rect">
            <a:avLst/>
          </a:prstGeom>
          <a:solidFill>
            <a:schemeClr val="accent4"/>
          </a:solidFill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00" name="Google Shape;1400;p29"/>
          <p:cNvSpPr txBox="1">
            <a:spLocks noGrp="1"/>
          </p:cNvSpPr>
          <p:nvPr>
            <p:ph type="subTitle" idx="4"/>
          </p:nvPr>
        </p:nvSpPr>
        <p:spPr>
          <a:xfrm>
            <a:off x="4647200" y="4963067"/>
            <a:ext cx="2897600" cy="11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401" name="Google Shape;1401;p29"/>
          <p:cNvSpPr txBox="1">
            <a:spLocks noGrp="1"/>
          </p:cNvSpPr>
          <p:nvPr>
            <p:ph type="subTitle" idx="5"/>
          </p:nvPr>
        </p:nvSpPr>
        <p:spPr>
          <a:xfrm>
            <a:off x="4647200" y="4413267"/>
            <a:ext cx="2897600" cy="7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ebo"/>
              <a:buNone/>
              <a:defRPr sz="2667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ebo"/>
              <a:buNone/>
              <a:defRPr sz="3200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ebo"/>
              <a:buNone/>
              <a:defRPr sz="3200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ebo"/>
              <a:buNone/>
              <a:defRPr sz="3200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ebo"/>
              <a:buNone/>
              <a:defRPr sz="3200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ebo"/>
              <a:buNone/>
              <a:defRPr sz="3200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ebo"/>
              <a:buNone/>
              <a:defRPr sz="3200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ebo"/>
              <a:buNone/>
              <a:defRPr sz="3200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ebo"/>
              <a:buNone/>
              <a:defRPr sz="3200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9pPr>
          </a:lstStyle>
          <a:p>
            <a:endParaRPr/>
          </a:p>
        </p:txBody>
      </p:sp>
      <p:sp>
        <p:nvSpPr>
          <p:cNvPr id="1402" name="Google Shape;1402;p29"/>
          <p:cNvSpPr txBox="1">
            <a:spLocks noGrp="1"/>
          </p:cNvSpPr>
          <p:nvPr>
            <p:ph type="title" idx="6" hasCustomPrompt="1"/>
          </p:nvPr>
        </p:nvSpPr>
        <p:spPr>
          <a:xfrm>
            <a:off x="8556900" y="1791233"/>
            <a:ext cx="1863600" cy="820800"/>
          </a:xfrm>
          <a:prstGeom prst="rect">
            <a:avLst/>
          </a:prstGeom>
          <a:solidFill>
            <a:schemeClr val="accent4"/>
          </a:solidFill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03" name="Google Shape;1403;p29"/>
          <p:cNvSpPr txBox="1">
            <a:spLocks noGrp="1"/>
          </p:cNvSpPr>
          <p:nvPr>
            <p:ph type="subTitle" idx="7"/>
          </p:nvPr>
        </p:nvSpPr>
        <p:spPr>
          <a:xfrm>
            <a:off x="8043067" y="4963067"/>
            <a:ext cx="2897600" cy="117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1404" name="Google Shape;1404;p29"/>
          <p:cNvSpPr txBox="1">
            <a:spLocks noGrp="1"/>
          </p:cNvSpPr>
          <p:nvPr>
            <p:ph type="subTitle" idx="8"/>
          </p:nvPr>
        </p:nvSpPr>
        <p:spPr>
          <a:xfrm>
            <a:off x="8043067" y="4413267"/>
            <a:ext cx="2897600" cy="76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ebo"/>
              <a:buNone/>
              <a:defRPr sz="2667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ebo"/>
              <a:buNone/>
              <a:defRPr sz="3200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ebo"/>
              <a:buNone/>
              <a:defRPr sz="3200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ebo"/>
              <a:buNone/>
              <a:defRPr sz="3200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ebo"/>
              <a:buNone/>
              <a:defRPr sz="3200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ebo"/>
              <a:buNone/>
              <a:defRPr sz="3200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ebo"/>
              <a:buNone/>
              <a:defRPr sz="3200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ebo"/>
              <a:buNone/>
              <a:defRPr sz="3200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Heebo"/>
              <a:buNone/>
              <a:defRPr sz="3200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9pPr>
          </a:lstStyle>
          <a:p>
            <a:endParaRPr/>
          </a:p>
        </p:txBody>
      </p:sp>
      <p:sp>
        <p:nvSpPr>
          <p:cNvPr id="1405" name="Google Shape;1405;p29"/>
          <p:cNvSpPr txBox="1">
            <a:spLocks noGrp="1"/>
          </p:cNvSpPr>
          <p:nvPr>
            <p:ph type="title" idx="9"/>
          </p:nvPr>
        </p:nvSpPr>
        <p:spPr>
          <a:xfrm>
            <a:off x="960000" y="7193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240327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1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7" name="Google Shape;1407;p30"/>
          <p:cNvGrpSpPr/>
          <p:nvPr/>
        </p:nvGrpSpPr>
        <p:grpSpPr>
          <a:xfrm>
            <a:off x="-11600" y="5000"/>
            <a:ext cx="12215200" cy="6880400"/>
            <a:chOff x="-8700" y="3750"/>
            <a:chExt cx="9161400" cy="5160300"/>
          </a:xfrm>
        </p:grpSpPr>
        <p:grpSp>
          <p:nvGrpSpPr>
            <p:cNvPr id="1408" name="Google Shape;1408;p30"/>
            <p:cNvGrpSpPr/>
            <p:nvPr/>
          </p:nvGrpSpPr>
          <p:grpSpPr>
            <a:xfrm>
              <a:off x="334175" y="3750"/>
              <a:ext cx="8475647" cy="5160300"/>
              <a:chOff x="334175" y="3750"/>
              <a:chExt cx="8475647" cy="5160300"/>
            </a:xfrm>
          </p:grpSpPr>
          <p:cxnSp>
            <p:nvCxnSpPr>
              <p:cNvPr id="1409" name="Google Shape;1409;p30"/>
              <p:cNvCxnSpPr/>
              <p:nvPr/>
            </p:nvCxnSpPr>
            <p:spPr>
              <a:xfrm>
                <a:off x="33417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10" name="Google Shape;1410;p30"/>
              <p:cNvCxnSpPr/>
              <p:nvPr/>
            </p:nvCxnSpPr>
            <p:spPr>
              <a:xfrm>
                <a:off x="68732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11" name="Google Shape;1411;p30"/>
              <p:cNvCxnSpPr/>
              <p:nvPr/>
            </p:nvCxnSpPr>
            <p:spPr>
              <a:xfrm>
                <a:off x="104047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12" name="Google Shape;1412;p30"/>
              <p:cNvCxnSpPr/>
              <p:nvPr/>
            </p:nvCxnSpPr>
            <p:spPr>
              <a:xfrm>
                <a:off x="139363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13" name="Google Shape;1413;p30"/>
              <p:cNvCxnSpPr/>
              <p:nvPr/>
            </p:nvCxnSpPr>
            <p:spPr>
              <a:xfrm>
                <a:off x="174678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14" name="Google Shape;1414;p30"/>
              <p:cNvCxnSpPr/>
              <p:nvPr/>
            </p:nvCxnSpPr>
            <p:spPr>
              <a:xfrm>
                <a:off x="209993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15" name="Google Shape;1415;p30"/>
              <p:cNvCxnSpPr/>
              <p:nvPr/>
            </p:nvCxnSpPr>
            <p:spPr>
              <a:xfrm>
                <a:off x="245308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16" name="Google Shape;1416;p30"/>
              <p:cNvCxnSpPr/>
              <p:nvPr/>
            </p:nvCxnSpPr>
            <p:spPr>
              <a:xfrm>
                <a:off x="280623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17" name="Google Shape;1417;p30"/>
              <p:cNvCxnSpPr/>
              <p:nvPr/>
            </p:nvCxnSpPr>
            <p:spPr>
              <a:xfrm>
                <a:off x="315939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18" name="Google Shape;1418;p30"/>
              <p:cNvCxnSpPr/>
              <p:nvPr/>
            </p:nvCxnSpPr>
            <p:spPr>
              <a:xfrm>
                <a:off x="351254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19" name="Google Shape;1419;p30"/>
              <p:cNvCxnSpPr/>
              <p:nvPr/>
            </p:nvCxnSpPr>
            <p:spPr>
              <a:xfrm>
                <a:off x="386569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0" name="Google Shape;1420;p30"/>
              <p:cNvCxnSpPr/>
              <p:nvPr/>
            </p:nvCxnSpPr>
            <p:spPr>
              <a:xfrm>
                <a:off x="421884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1" name="Google Shape;1421;p30"/>
              <p:cNvCxnSpPr/>
              <p:nvPr/>
            </p:nvCxnSpPr>
            <p:spPr>
              <a:xfrm>
                <a:off x="457199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2" name="Google Shape;1422;p30"/>
              <p:cNvCxnSpPr/>
              <p:nvPr/>
            </p:nvCxnSpPr>
            <p:spPr>
              <a:xfrm>
                <a:off x="492515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3" name="Google Shape;1423;p30"/>
              <p:cNvCxnSpPr/>
              <p:nvPr/>
            </p:nvCxnSpPr>
            <p:spPr>
              <a:xfrm>
                <a:off x="527830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4" name="Google Shape;1424;p30"/>
              <p:cNvCxnSpPr/>
              <p:nvPr/>
            </p:nvCxnSpPr>
            <p:spPr>
              <a:xfrm>
                <a:off x="563145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5" name="Google Shape;1425;p30"/>
              <p:cNvCxnSpPr/>
              <p:nvPr/>
            </p:nvCxnSpPr>
            <p:spPr>
              <a:xfrm>
                <a:off x="598460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6" name="Google Shape;1426;p30"/>
              <p:cNvCxnSpPr/>
              <p:nvPr/>
            </p:nvCxnSpPr>
            <p:spPr>
              <a:xfrm>
                <a:off x="633775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7" name="Google Shape;1427;p30"/>
              <p:cNvCxnSpPr/>
              <p:nvPr/>
            </p:nvCxnSpPr>
            <p:spPr>
              <a:xfrm>
                <a:off x="669091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8" name="Google Shape;1428;p30"/>
              <p:cNvCxnSpPr/>
              <p:nvPr/>
            </p:nvCxnSpPr>
            <p:spPr>
              <a:xfrm>
                <a:off x="704406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9" name="Google Shape;1429;p30"/>
              <p:cNvCxnSpPr/>
              <p:nvPr/>
            </p:nvCxnSpPr>
            <p:spPr>
              <a:xfrm>
                <a:off x="739721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0" name="Google Shape;1430;p30"/>
              <p:cNvCxnSpPr/>
              <p:nvPr/>
            </p:nvCxnSpPr>
            <p:spPr>
              <a:xfrm>
                <a:off x="775036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1" name="Google Shape;1431;p30"/>
              <p:cNvCxnSpPr/>
              <p:nvPr/>
            </p:nvCxnSpPr>
            <p:spPr>
              <a:xfrm>
                <a:off x="810351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2" name="Google Shape;1432;p30"/>
              <p:cNvCxnSpPr/>
              <p:nvPr/>
            </p:nvCxnSpPr>
            <p:spPr>
              <a:xfrm>
                <a:off x="845667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3" name="Google Shape;1433;p30"/>
              <p:cNvCxnSpPr/>
              <p:nvPr/>
            </p:nvCxnSpPr>
            <p:spPr>
              <a:xfrm>
                <a:off x="880982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1434" name="Google Shape;1434;p30"/>
            <p:cNvCxnSpPr/>
            <p:nvPr/>
          </p:nvCxnSpPr>
          <p:spPr>
            <a:xfrm>
              <a:off x="-8700" y="2926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5" name="Google Shape;1435;p30"/>
            <p:cNvCxnSpPr/>
            <p:nvPr/>
          </p:nvCxnSpPr>
          <p:spPr>
            <a:xfrm>
              <a:off x="-8700" y="7034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6" name="Google Shape;1436;p30"/>
            <p:cNvCxnSpPr/>
            <p:nvPr/>
          </p:nvCxnSpPr>
          <p:spPr>
            <a:xfrm>
              <a:off x="-8700" y="10523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7" name="Google Shape;1437;p30"/>
            <p:cNvCxnSpPr/>
            <p:nvPr/>
          </p:nvCxnSpPr>
          <p:spPr>
            <a:xfrm>
              <a:off x="-8700" y="14631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8" name="Google Shape;1438;p30"/>
            <p:cNvCxnSpPr/>
            <p:nvPr/>
          </p:nvCxnSpPr>
          <p:spPr>
            <a:xfrm>
              <a:off x="-8700" y="18345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39" name="Google Shape;1439;p30"/>
            <p:cNvCxnSpPr/>
            <p:nvPr/>
          </p:nvCxnSpPr>
          <p:spPr>
            <a:xfrm>
              <a:off x="-8700" y="22453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40" name="Google Shape;1440;p30"/>
            <p:cNvCxnSpPr/>
            <p:nvPr/>
          </p:nvCxnSpPr>
          <p:spPr>
            <a:xfrm>
              <a:off x="-8700" y="25942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41" name="Google Shape;1441;p30"/>
            <p:cNvCxnSpPr/>
            <p:nvPr/>
          </p:nvCxnSpPr>
          <p:spPr>
            <a:xfrm>
              <a:off x="-8700" y="30050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42" name="Google Shape;1442;p30"/>
            <p:cNvCxnSpPr/>
            <p:nvPr/>
          </p:nvCxnSpPr>
          <p:spPr>
            <a:xfrm>
              <a:off x="-8700" y="33764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43" name="Google Shape;1443;p30"/>
            <p:cNvCxnSpPr/>
            <p:nvPr/>
          </p:nvCxnSpPr>
          <p:spPr>
            <a:xfrm>
              <a:off x="-8700" y="37872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44" name="Google Shape;1444;p30"/>
            <p:cNvCxnSpPr/>
            <p:nvPr/>
          </p:nvCxnSpPr>
          <p:spPr>
            <a:xfrm>
              <a:off x="-8700" y="41361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45" name="Google Shape;1445;p30"/>
            <p:cNvCxnSpPr/>
            <p:nvPr/>
          </p:nvCxnSpPr>
          <p:spPr>
            <a:xfrm>
              <a:off x="-8700" y="45470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46" name="Google Shape;1446;p30"/>
            <p:cNvCxnSpPr/>
            <p:nvPr/>
          </p:nvCxnSpPr>
          <p:spPr>
            <a:xfrm>
              <a:off x="-8700" y="48508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447" name="Google Shape;1447;p30"/>
          <p:cNvGrpSpPr/>
          <p:nvPr/>
        </p:nvGrpSpPr>
        <p:grpSpPr>
          <a:xfrm>
            <a:off x="136834" y="148167"/>
            <a:ext cx="11652633" cy="6320500"/>
            <a:chOff x="102625" y="111125"/>
            <a:chExt cx="8739475" cy="4740375"/>
          </a:xfrm>
        </p:grpSpPr>
        <p:sp>
          <p:nvSpPr>
            <p:cNvPr id="1448" name="Google Shape;1448;p30"/>
            <p:cNvSpPr/>
            <p:nvPr/>
          </p:nvSpPr>
          <p:spPr>
            <a:xfrm>
              <a:off x="849450" y="111125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49" name="Google Shape;1449;p30"/>
            <p:cNvSpPr/>
            <p:nvPr/>
          </p:nvSpPr>
          <p:spPr>
            <a:xfrm>
              <a:off x="2772350" y="111125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50" name="Google Shape;1450;p30"/>
            <p:cNvSpPr/>
            <p:nvPr/>
          </p:nvSpPr>
          <p:spPr>
            <a:xfrm>
              <a:off x="4695250" y="111125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51" name="Google Shape;1451;p30"/>
            <p:cNvSpPr/>
            <p:nvPr/>
          </p:nvSpPr>
          <p:spPr>
            <a:xfrm>
              <a:off x="6618150" y="111125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52" name="Google Shape;1452;p30"/>
            <p:cNvSpPr/>
            <p:nvPr/>
          </p:nvSpPr>
          <p:spPr>
            <a:xfrm>
              <a:off x="302000" y="292100"/>
              <a:ext cx="8540100" cy="4559400"/>
            </a:xfrm>
            <a:prstGeom prst="roundRect">
              <a:avLst>
                <a:gd name="adj" fmla="val 2747"/>
              </a:avLst>
            </a:prstGeom>
            <a:solidFill>
              <a:schemeClr val="accent4"/>
            </a:solidFill>
            <a:ln>
              <a:noFill/>
            </a:ln>
            <a:effectLst>
              <a:outerShdw dist="57150" dir="2400000" algn="bl" rotWithShape="0">
                <a:schemeClr val="dk1">
                  <a:alpha val="70000"/>
                </a:scheme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pic>
          <p:nvPicPr>
            <p:cNvPr id="1453" name="Google Shape;1453;p30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102625" y="592528"/>
              <a:ext cx="419432" cy="395845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54" name="Google Shape;1454;p30"/>
          <p:cNvSpPr txBox="1">
            <a:spLocks noGrp="1"/>
          </p:cNvSpPr>
          <p:nvPr>
            <p:ph type="title"/>
          </p:nvPr>
        </p:nvSpPr>
        <p:spPr>
          <a:xfrm>
            <a:off x="3983600" y="903367"/>
            <a:ext cx="4224800" cy="141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700"/>
              <a:buNone/>
              <a:defRPr sz="8000"/>
            </a:lvl1pPr>
            <a:lvl2pPr lvl="1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700"/>
              <a:buNone/>
              <a:defRPr/>
            </a:lvl9pPr>
          </a:lstStyle>
          <a:p>
            <a:endParaRPr/>
          </a:p>
        </p:txBody>
      </p:sp>
      <p:sp>
        <p:nvSpPr>
          <p:cNvPr id="1455" name="Google Shape;1455;p30"/>
          <p:cNvSpPr txBox="1">
            <a:spLocks noGrp="1"/>
          </p:cNvSpPr>
          <p:nvPr>
            <p:ph type="subTitle" idx="1"/>
          </p:nvPr>
        </p:nvSpPr>
        <p:spPr>
          <a:xfrm>
            <a:off x="3983564" y="2201267"/>
            <a:ext cx="4224800" cy="141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56" name="Google Shape;1456;p30"/>
          <p:cNvSpPr txBox="1"/>
          <p:nvPr/>
        </p:nvSpPr>
        <p:spPr>
          <a:xfrm>
            <a:off x="3614167" y="4449233"/>
            <a:ext cx="4963200" cy="11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ctr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600" b="1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rPr>
              <a:t>CREDITS:</a:t>
            </a:r>
            <a:r>
              <a:rPr lang="en" sz="16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rPr>
              <a:t> This presentation template was created by </a:t>
            </a:r>
            <a:r>
              <a:rPr lang="en" sz="1600" b="1" u="sng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6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rPr>
              <a:t>, and includes icons by </a:t>
            </a:r>
            <a:r>
              <a:rPr lang="en" sz="1600" b="1" u="sng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600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rPr>
              <a:t>, and infographics &amp; images by </a:t>
            </a:r>
            <a:r>
              <a:rPr lang="en" sz="1600" b="1" u="sng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600" u="sng"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endParaRPr sz="1600" b="1" u="sng">
              <a:solidFill>
                <a:schemeClr val="dk1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56053532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spTree>
      <p:nvGrpSpPr>
        <p:cNvPr id="1" name="Shape 1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58" name="Google Shape;1458;p31"/>
          <p:cNvGrpSpPr/>
          <p:nvPr/>
        </p:nvGrpSpPr>
        <p:grpSpPr>
          <a:xfrm>
            <a:off x="-11600" y="5000"/>
            <a:ext cx="12215200" cy="6880400"/>
            <a:chOff x="-8700" y="3750"/>
            <a:chExt cx="9161400" cy="5160300"/>
          </a:xfrm>
        </p:grpSpPr>
        <p:grpSp>
          <p:nvGrpSpPr>
            <p:cNvPr id="1459" name="Google Shape;1459;p31"/>
            <p:cNvGrpSpPr/>
            <p:nvPr/>
          </p:nvGrpSpPr>
          <p:grpSpPr>
            <a:xfrm>
              <a:off x="334175" y="3750"/>
              <a:ext cx="8475647" cy="5160300"/>
              <a:chOff x="334175" y="3750"/>
              <a:chExt cx="8475647" cy="5160300"/>
            </a:xfrm>
          </p:grpSpPr>
          <p:cxnSp>
            <p:nvCxnSpPr>
              <p:cNvPr id="1460" name="Google Shape;1460;p31"/>
              <p:cNvCxnSpPr/>
              <p:nvPr/>
            </p:nvCxnSpPr>
            <p:spPr>
              <a:xfrm>
                <a:off x="33417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61" name="Google Shape;1461;p31"/>
              <p:cNvCxnSpPr/>
              <p:nvPr/>
            </p:nvCxnSpPr>
            <p:spPr>
              <a:xfrm>
                <a:off x="68732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62" name="Google Shape;1462;p31"/>
              <p:cNvCxnSpPr/>
              <p:nvPr/>
            </p:nvCxnSpPr>
            <p:spPr>
              <a:xfrm>
                <a:off x="104047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63" name="Google Shape;1463;p31"/>
              <p:cNvCxnSpPr/>
              <p:nvPr/>
            </p:nvCxnSpPr>
            <p:spPr>
              <a:xfrm>
                <a:off x="139363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64" name="Google Shape;1464;p31"/>
              <p:cNvCxnSpPr/>
              <p:nvPr/>
            </p:nvCxnSpPr>
            <p:spPr>
              <a:xfrm>
                <a:off x="174678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65" name="Google Shape;1465;p31"/>
              <p:cNvCxnSpPr/>
              <p:nvPr/>
            </p:nvCxnSpPr>
            <p:spPr>
              <a:xfrm>
                <a:off x="209993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66" name="Google Shape;1466;p31"/>
              <p:cNvCxnSpPr/>
              <p:nvPr/>
            </p:nvCxnSpPr>
            <p:spPr>
              <a:xfrm>
                <a:off x="245308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67" name="Google Shape;1467;p31"/>
              <p:cNvCxnSpPr/>
              <p:nvPr/>
            </p:nvCxnSpPr>
            <p:spPr>
              <a:xfrm>
                <a:off x="280623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68" name="Google Shape;1468;p31"/>
              <p:cNvCxnSpPr/>
              <p:nvPr/>
            </p:nvCxnSpPr>
            <p:spPr>
              <a:xfrm>
                <a:off x="315939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69" name="Google Shape;1469;p31"/>
              <p:cNvCxnSpPr/>
              <p:nvPr/>
            </p:nvCxnSpPr>
            <p:spPr>
              <a:xfrm>
                <a:off x="351254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70" name="Google Shape;1470;p31"/>
              <p:cNvCxnSpPr/>
              <p:nvPr/>
            </p:nvCxnSpPr>
            <p:spPr>
              <a:xfrm>
                <a:off x="386569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71" name="Google Shape;1471;p31"/>
              <p:cNvCxnSpPr/>
              <p:nvPr/>
            </p:nvCxnSpPr>
            <p:spPr>
              <a:xfrm>
                <a:off x="421884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72" name="Google Shape;1472;p31"/>
              <p:cNvCxnSpPr/>
              <p:nvPr/>
            </p:nvCxnSpPr>
            <p:spPr>
              <a:xfrm>
                <a:off x="457199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73" name="Google Shape;1473;p31"/>
              <p:cNvCxnSpPr/>
              <p:nvPr/>
            </p:nvCxnSpPr>
            <p:spPr>
              <a:xfrm>
                <a:off x="492515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74" name="Google Shape;1474;p31"/>
              <p:cNvCxnSpPr/>
              <p:nvPr/>
            </p:nvCxnSpPr>
            <p:spPr>
              <a:xfrm>
                <a:off x="527830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75" name="Google Shape;1475;p31"/>
              <p:cNvCxnSpPr/>
              <p:nvPr/>
            </p:nvCxnSpPr>
            <p:spPr>
              <a:xfrm>
                <a:off x="563145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76" name="Google Shape;1476;p31"/>
              <p:cNvCxnSpPr/>
              <p:nvPr/>
            </p:nvCxnSpPr>
            <p:spPr>
              <a:xfrm>
                <a:off x="598460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77" name="Google Shape;1477;p31"/>
              <p:cNvCxnSpPr/>
              <p:nvPr/>
            </p:nvCxnSpPr>
            <p:spPr>
              <a:xfrm>
                <a:off x="633775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78" name="Google Shape;1478;p31"/>
              <p:cNvCxnSpPr/>
              <p:nvPr/>
            </p:nvCxnSpPr>
            <p:spPr>
              <a:xfrm>
                <a:off x="669091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79" name="Google Shape;1479;p31"/>
              <p:cNvCxnSpPr/>
              <p:nvPr/>
            </p:nvCxnSpPr>
            <p:spPr>
              <a:xfrm>
                <a:off x="704406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80" name="Google Shape;1480;p31"/>
              <p:cNvCxnSpPr/>
              <p:nvPr/>
            </p:nvCxnSpPr>
            <p:spPr>
              <a:xfrm>
                <a:off x="739721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81" name="Google Shape;1481;p31"/>
              <p:cNvCxnSpPr/>
              <p:nvPr/>
            </p:nvCxnSpPr>
            <p:spPr>
              <a:xfrm>
                <a:off x="775036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82" name="Google Shape;1482;p31"/>
              <p:cNvCxnSpPr/>
              <p:nvPr/>
            </p:nvCxnSpPr>
            <p:spPr>
              <a:xfrm>
                <a:off x="810351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83" name="Google Shape;1483;p31"/>
              <p:cNvCxnSpPr/>
              <p:nvPr/>
            </p:nvCxnSpPr>
            <p:spPr>
              <a:xfrm>
                <a:off x="845667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84" name="Google Shape;1484;p31"/>
              <p:cNvCxnSpPr/>
              <p:nvPr/>
            </p:nvCxnSpPr>
            <p:spPr>
              <a:xfrm>
                <a:off x="880982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1485" name="Google Shape;1485;p31"/>
            <p:cNvCxnSpPr/>
            <p:nvPr/>
          </p:nvCxnSpPr>
          <p:spPr>
            <a:xfrm>
              <a:off x="-8700" y="2926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6" name="Google Shape;1486;p31"/>
            <p:cNvCxnSpPr/>
            <p:nvPr/>
          </p:nvCxnSpPr>
          <p:spPr>
            <a:xfrm>
              <a:off x="-8700" y="7034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7" name="Google Shape;1487;p31"/>
            <p:cNvCxnSpPr/>
            <p:nvPr/>
          </p:nvCxnSpPr>
          <p:spPr>
            <a:xfrm>
              <a:off x="-8700" y="10523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8" name="Google Shape;1488;p31"/>
            <p:cNvCxnSpPr/>
            <p:nvPr/>
          </p:nvCxnSpPr>
          <p:spPr>
            <a:xfrm>
              <a:off x="-8700" y="14631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9" name="Google Shape;1489;p31"/>
            <p:cNvCxnSpPr/>
            <p:nvPr/>
          </p:nvCxnSpPr>
          <p:spPr>
            <a:xfrm>
              <a:off x="-8700" y="18345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90" name="Google Shape;1490;p31"/>
            <p:cNvCxnSpPr/>
            <p:nvPr/>
          </p:nvCxnSpPr>
          <p:spPr>
            <a:xfrm>
              <a:off x="-8700" y="22453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91" name="Google Shape;1491;p31"/>
            <p:cNvCxnSpPr/>
            <p:nvPr/>
          </p:nvCxnSpPr>
          <p:spPr>
            <a:xfrm>
              <a:off x="-8700" y="25942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92" name="Google Shape;1492;p31"/>
            <p:cNvCxnSpPr/>
            <p:nvPr/>
          </p:nvCxnSpPr>
          <p:spPr>
            <a:xfrm>
              <a:off x="-8700" y="30050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93" name="Google Shape;1493;p31"/>
            <p:cNvCxnSpPr/>
            <p:nvPr/>
          </p:nvCxnSpPr>
          <p:spPr>
            <a:xfrm>
              <a:off x="-8700" y="33764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94" name="Google Shape;1494;p31"/>
            <p:cNvCxnSpPr/>
            <p:nvPr/>
          </p:nvCxnSpPr>
          <p:spPr>
            <a:xfrm>
              <a:off x="-8700" y="37872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95" name="Google Shape;1495;p31"/>
            <p:cNvCxnSpPr/>
            <p:nvPr/>
          </p:nvCxnSpPr>
          <p:spPr>
            <a:xfrm>
              <a:off x="-8700" y="41361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96" name="Google Shape;1496;p31"/>
            <p:cNvCxnSpPr/>
            <p:nvPr/>
          </p:nvCxnSpPr>
          <p:spPr>
            <a:xfrm>
              <a:off x="-8700" y="45470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97" name="Google Shape;1497;p31"/>
            <p:cNvCxnSpPr/>
            <p:nvPr/>
          </p:nvCxnSpPr>
          <p:spPr>
            <a:xfrm>
              <a:off x="-8700" y="48508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498" name="Google Shape;1498;p31"/>
          <p:cNvGrpSpPr/>
          <p:nvPr/>
        </p:nvGrpSpPr>
        <p:grpSpPr>
          <a:xfrm flipH="1">
            <a:off x="339571" y="405600"/>
            <a:ext cx="11512845" cy="6079200"/>
            <a:chOff x="275216" y="304200"/>
            <a:chExt cx="8634634" cy="4559400"/>
          </a:xfrm>
        </p:grpSpPr>
        <p:grpSp>
          <p:nvGrpSpPr>
            <p:cNvPr id="1499" name="Google Shape;1499;p31"/>
            <p:cNvGrpSpPr/>
            <p:nvPr/>
          </p:nvGrpSpPr>
          <p:grpSpPr>
            <a:xfrm>
              <a:off x="275216" y="304200"/>
              <a:ext cx="8406168" cy="4559400"/>
              <a:chOff x="155350" y="382538"/>
              <a:chExt cx="8686750" cy="4559400"/>
            </a:xfrm>
          </p:grpSpPr>
          <p:sp>
            <p:nvSpPr>
              <p:cNvPr id="1500" name="Google Shape;1500;p31"/>
              <p:cNvSpPr/>
              <p:nvPr/>
            </p:nvSpPr>
            <p:spPr>
              <a:xfrm>
                <a:off x="302000" y="382538"/>
                <a:ext cx="8540100" cy="4559400"/>
              </a:xfrm>
              <a:prstGeom prst="roundRect">
                <a:avLst>
                  <a:gd name="adj" fmla="val 2747"/>
                </a:avLst>
              </a:prstGeom>
              <a:solidFill>
                <a:schemeClr val="accent4"/>
              </a:solidFill>
              <a:ln>
                <a:noFill/>
              </a:ln>
              <a:effectLst>
                <a:outerShdw dist="57150" dir="2400000" algn="bl" rotWithShape="0">
                  <a:schemeClr val="dk1">
                    <a:alpha val="7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pic>
            <p:nvPicPr>
              <p:cNvPr id="1501" name="Google Shape;1501;p31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155350" y="640650"/>
                <a:ext cx="291950" cy="27553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502" name="Google Shape;1502;p31"/>
              <p:cNvPicPr preferRelativeResize="0"/>
              <p:nvPr/>
            </p:nvPicPr>
            <p:blipFill rotWithShape="1">
              <a:blip r:embed="rId2">
                <a:alphaModFix/>
              </a:blip>
              <a:srcRect b="53499"/>
              <a:stretch/>
            </p:blipFill>
            <p:spPr>
              <a:xfrm>
                <a:off x="155350" y="3402600"/>
                <a:ext cx="291950" cy="128124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1503" name="Google Shape;1503;p31"/>
            <p:cNvSpPr/>
            <p:nvPr/>
          </p:nvSpPr>
          <p:spPr>
            <a:xfrm rot="5400000">
              <a:off x="8438250" y="1016977"/>
              <a:ext cx="7146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504" name="Google Shape;1504;p31"/>
          <p:cNvSpPr/>
          <p:nvPr/>
        </p:nvSpPr>
        <p:spPr>
          <a:xfrm rot="-5400000" flipH="1">
            <a:off x="15571" y="2575169"/>
            <a:ext cx="952800" cy="3048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505" name="Google Shape;1505;p31"/>
          <p:cNvSpPr/>
          <p:nvPr/>
        </p:nvSpPr>
        <p:spPr>
          <a:xfrm rot="-5400000" flipH="1">
            <a:off x="15571" y="3895969"/>
            <a:ext cx="952800" cy="3048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506" name="Google Shape;1506;p31"/>
          <p:cNvSpPr/>
          <p:nvPr/>
        </p:nvSpPr>
        <p:spPr>
          <a:xfrm rot="-5400000" flipH="1">
            <a:off x="15571" y="5216769"/>
            <a:ext cx="952800" cy="3048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5226719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spTree>
      <p:nvGrpSpPr>
        <p:cNvPr id="1" name="Shape 1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08" name="Google Shape;1508;p32"/>
          <p:cNvGrpSpPr/>
          <p:nvPr/>
        </p:nvGrpSpPr>
        <p:grpSpPr>
          <a:xfrm>
            <a:off x="-11600" y="5000"/>
            <a:ext cx="12215200" cy="6880400"/>
            <a:chOff x="-8700" y="3750"/>
            <a:chExt cx="9161400" cy="5160300"/>
          </a:xfrm>
        </p:grpSpPr>
        <p:grpSp>
          <p:nvGrpSpPr>
            <p:cNvPr id="1509" name="Google Shape;1509;p32"/>
            <p:cNvGrpSpPr/>
            <p:nvPr/>
          </p:nvGrpSpPr>
          <p:grpSpPr>
            <a:xfrm>
              <a:off x="334175" y="3750"/>
              <a:ext cx="8475647" cy="5160300"/>
              <a:chOff x="334175" y="3750"/>
              <a:chExt cx="8475647" cy="5160300"/>
            </a:xfrm>
          </p:grpSpPr>
          <p:cxnSp>
            <p:nvCxnSpPr>
              <p:cNvPr id="1510" name="Google Shape;1510;p32"/>
              <p:cNvCxnSpPr/>
              <p:nvPr/>
            </p:nvCxnSpPr>
            <p:spPr>
              <a:xfrm>
                <a:off x="33417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11" name="Google Shape;1511;p32"/>
              <p:cNvCxnSpPr/>
              <p:nvPr/>
            </p:nvCxnSpPr>
            <p:spPr>
              <a:xfrm>
                <a:off x="68732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12" name="Google Shape;1512;p32"/>
              <p:cNvCxnSpPr/>
              <p:nvPr/>
            </p:nvCxnSpPr>
            <p:spPr>
              <a:xfrm>
                <a:off x="104047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13" name="Google Shape;1513;p32"/>
              <p:cNvCxnSpPr/>
              <p:nvPr/>
            </p:nvCxnSpPr>
            <p:spPr>
              <a:xfrm>
                <a:off x="139363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14" name="Google Shape;1514;p32"/>
              <p:cNvCxnSpPr/>
              <p:nvPr/>
            </p:nvCxnSpPr>
            <p:spPr>
              <a:xfrm>
                <a:off x="174678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15" name="Google Shape;1515;p32"/>
              <p:cNvCxnSpPr/>
              <p:nvPr/>
            </p:nvCxnSpPr>
            <p:spPr>
              <a:xfrm>
                <a:off x="209993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16" name="Google Shape;1516;p32"/>
              <p:cNvCxnSpPr/>
              <p:nvPr/>
            </p:nvCxnSpPr>
            <p:spPr>
              <a:xfrm>
                <a:off x="2453087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17" name="Google Shape;1517;p32"/>
              <p:cNvCxnSpPr/>
              <p:nvPr/>
            </p:nvCxnSpPr>
            <p:spPr>
              <a:xfrm>
                <a:off x="2806239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18" name="Google Shape;1518;p32"/>
              <p:cNvCxnSpPr/>
              <p:nvPr/>
            </p:nvCxnSpPr>
            <p:spPr>
              <a:xfrm>
                <a:off x="3159391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19" name="Google Shape;1519;p32"/>
              <p:cNvCxnSpPr/>
              <p:nvPr/>
            </p:nvCxnSpPr>
            <p:spPr>
              <a:xfrm>
                <a:off x="3512543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20" name="Google Shape;1520;p32"/>
              <p:cNvCxnSpPr/>
              <p:nvPr/>
            </p:nvCxnSpPr>
            <p:spPr>
              <a:xfrm>
                <a:off x="3865695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21" name="Google Shape;1521;p32"/>
              <p:cNvCxnSpPr/>
              <p:nvPr/>
            </p:nvCxnSpPr>
            <p:spPr>
              <a:xfrm>
                <a:off x="421884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22" name="Google Shape;1522;p32"/>
              <p:cNvCxnSpPr/>
              <p:nvPr/>
            </p:nvCxnSpPr>
            <p:spPr>
              <a:xfrm>
                <a:off x="457199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23" name="Google Shape;1523;p32"/>
              <p:cNvCxnSpPr/>
              <p:nvPr/>
            </p:nvCxnSpPr>
            <p:spPr>
              <a:xfrm>
                <a:off x="492515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24" name="Google Shape;1524;p32"/>
              <p:cNvCxnSpPr/>
              <p:nvPr/>
            </p:nvCxnSpPr>
            <p:spPr>
              <a:xfrm>
                <a:off x="527830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25" name="Google Shape;1525;p32"/>
              <p:cNvCxnSpPr/>
              <p:nvPr/>
            </p:nvCxnSpPr>
            <p:spPr>
              <a:xfrm>
                <a:off x="563145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26" name="Google Shape;1526;p32"/>
              <p:cNvCxnSpPr/>
              <p:nvPr/>
            </p:nvCxnSpPr>
            <p:spPr>
              <a:xfrm>
                <a:off x="598460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27" name="Google Shape;1527;p32"/>
              <p:cNvCxnSpPr/>
              <p:nvPr/>
            </p:nvCxnSpPr>
            <p:spPr>
              <a:xfrm>
                <a:off x="633775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28" name="Google Shape;1528;p32"/>
              <p:cNvCxnSpPr/>
              <p:nvPr/>
            </p:nvCxnSpPr>
            <p:spPr>
              <a:xfrm>
                <a:off x="669091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29" name="Google Shape;1529;p32"/>
              <p:cNvCxnSpPr/>
              <p:nvPr/>
            </p:nvCxnSpPr>
            <p:spPr>
              <a:xfrm>
                <a:off x="704406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30" name="Google Shape;1530;p32"/>
              <p:cNvCxnSpPr/>
              <p:nvPr/>
            </p:nvCxnSpPr>
            <p:spPr>
              <a:xfrm>
                <a:off x="7397214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31" name="Google Shape;1531;p32"/>
              <p:cNvCxnSpPr/>
              <p:nvPr/>
            </p:nvCxnSpPr>
            <p:spPr>
              <a:xfrm>
                <a:off x="7750366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32" name="Google Shape;1532;p32"/>
              <p:cNvCxnSpPr/>
              <p:nvPr/>
            </p:nvCxnSpPr>
            <p:spPr>
              <a:xfrm>
                <a:off x="8103518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33" name="Google Shape;1533;p32"/>
              <p:cNvCxnSpPr/>
              <p:nvPr/>
            </p:nvCxnSpPr>
            <p:spPr>
              <a:xfrm>
                <a:off x="8456670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34" name="Google Shape;1534;p32"/>
              <p:cNvCxnSpPr/>
              <p:nvPr/>
            </p:nvCxnSpPr>
            <p:spPr>
              <a:xfrm>
                <a:off x="8809822" y="3750"/>
                <a:ext cx="0" cy="5160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1535" name="Google Shape;1535;p32"/>
            <p:cNvCxnSpPr/>
            <p:nvPr/>
          </p:nvCxnSpPr>
          <p:spPr>
            <a:xfrm>
              <a:off x="-8700" y="2926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36" name="Google Shape;1536;p32"/>
            <p:cNvCxnSpPr/>
            <p:nvPr/>
          </p:nvCxnSpPr>
          <p:spPr>
            <a:xfrm>
              <a:off x="-8700" y="7034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37" name="Google Shape;1537;p32"/>
            <p:cNvCxnSpPr/>
            <p:nvPr/>
          </p:nvCxnSpPr>
          <p:spPr>
            <a:xfrm>
              <a:off x="-8700" y="10523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38" name="Google Shape;1538;p32"/>
            <p:cNvCxnSpPr/>
            <p:nvPr/>
          </p:nvCxnSpPr>
          <p:spPr>
            <a:xfrm>
              <a:off x="-8700" y="14631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39" name="Google Shape;1539;p32"/>
            <p:cNvCxnSpPr/>
            <p:nvPr/>
          </p:nvCxnSpPr>
          <p:spPr>
            <a:xfrm>
              <a:off x="-8700" y="183453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40" name="Google Shape;1540;p32"/>
            <p:cNvCxnSpPr/>
            <p:nvPr/>
          </p:nvCxnSpPr>
          <p:spPr>
            <a:xfrm>
              <a:off x="-8700" y="22453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41" name="Google Shape;1541;p32"/>
            <p:cNvCxnSpPr/>
            <p:nvPr/>
          </p:nvCxnSpPr>
          <p:spPr>
            <a:xfrm>
              <a:off x="-8700" y="25942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42" name="Google Shape;1542;p32"/>
            <p:cNvCxnSpPr/>
            <p:nvPr/>
          </p:nvCxnSpPr>
          <p:spPr>
            <a:xfrm>
              <a:off x="-8700" y="30050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43" name="Google Shape;1543;p32"/>
            <p:cNvCxnSpPr/>
            <p:nvPr/>
          </p:nvCxnSpPr>
          <p:spPr>
            <a:xfrm>
              <a:off x="-8700" y="337646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44" name="Google Shape;1544;p32"/>
            <p:cNvCxnSpPr/>
            <p:nvPr/>
          </p:nvCxnSpPr>
          <p:spPr>
            <a:xfrm>
              <a:off x="-8700" y="37872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45" name="Google Shape;1545;p32"/>
            <p:cNvCxnSpPr/>
            <p:nvPr/>
          </p:nvCxnSpPr>
          <p:spPr>
            <a:xfrm>
              <a:off x="-8700" y="41361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46" name="Google Shape;1546;p32"/>
            <p:cNvCxnSpPr/>
            <p:nvPr/>
          </p:nvCxnSpPr>
          <p:spPr>
            <a:xfrm>
              <a:off x="-8700" y="4547013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47" name="Google Shape;1547;p32"/>
            <p:cNvCxnSpPr/>
            <p:nvPr/>
          </p:nvCxnSpPr>
          <p:spPr>
            <a:xfrm>
              <a:off x="-8700" y="4850888"/>
              <a:ext cx="91614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548" name="Google Shape;1548;p32"/>
          <p:cNvGrpSpPr/>
          <p:nvPr/>
        </p:nvGrpSpPr>
        <p:grpSpPr>
          <a:xfrm rot="10800000" flipH="1">
            <a:off x="366955" y="268734"/>
            <a:ext cx="11208224" cy="6320500"/>
            <a:chOff x="155350" y="201563"/>
            <a:chExt cx="8686750" cy="4740375"/>
          </a:xfrm>
        </p:grpSpPr>
        <p:sp>
          <p:nvSpPr>
            <p:cNvPr id="1549" name="Google Shape;1549;p32"/>
            <p:cNvSpPr/>
            <p:nvPr/>
          </p:nvSpPr>
          <p:spPr>
            <a:xfrm>
              <a:off x="8494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50" name="Google Shape;1550;p32"/>
            <p:cNvSpPr/>
            <p:nvPr/>
          </p:nvSpPr>
          <p:spPr>
            <a:xfrm>
              <a:off x="27723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551" name="Google Shape;1551;p32"/>
            <p:cNvSpPr/>
            <p:nvPr/>
          </p:nvSpPr>
          <p:spPr>
            <a:xfrm>
              <a:off x="6618150" y="201563"/>
              <a:ext cx="1676400" cy="2286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grpSp>
          <p:nvGrpSpPr>
            <p:cNvPr id="1552" name="Google Shape;1552;p32"/>
            <p:cNvGrpSpPr/>
            <p:nvPr/>
          </p:nvGrpSpPr>
          <p:grpSpPr>
            <a:xfrm>
              <a:off x="155350" y="382538"/>
              <a:ext cx="8686750" cy="4559400"/>
              <a:chOff x="155350" y="382538"/>
              <a:chExt cx="8686750" cy="4559400"/>
            </a:xfrm>
          </p:grpSpPr>
          <p:sp>
            <p:nvSpPr>
              <p:cNvPr id="1553" name="Google Shape;1553;p32"/>
              <p:cNvSpPr/>
              <p:nvPr/>
            </p:nvSpPr>
            <p:spPr>
              <a:xfrm>
                <a:off x="302000" y="382538"/>
                <a:ext cx="8540100" cy="4559400"/>
              </a:xfrm>
              <a:prstGeom prst="roundRect">
                <a:avLst>
                  <a:gd name="adj" fmla="val 2747"/>
                </a:avLst>
              </a:prstGeom>
              <a:solidFill>
                <a:schemeClr val="accent4"/>
              </a:solidFill>
              <a:ln>
                <a:noFill/>
              </a:ln>
              <a:effectLst>
                <a:outerShdw dist="57150" dir="2400000" algn="bl" rotWithShape="0">
                  <a:schemeClr val="dk1">
                    <a:alpha val="70000"/>
                  </a:schemeClr>
                </a:outerShdw>
              </a:effectLst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/>
              </a:p>
            </p:txBody>
          </p:sp>
          <p:pic>
            <p:nvPicPr>
              <p:cNvPr id="1554" name="Google Shape;1554;p32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155350" y="640650"/>
                <a:ext cx="291950" cy="27553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555" name="Google Shape;1555;p32"/>
              <p:cNvPicPr preferRelativeResize="0"/>
              <p:nvPr/>
            </p:nvPicPr>
            <p:blipFill rotWithShape="1">
              <a:blip r:embed="rId2">
                <a:alphaModFix/>
              </a:blip>
              <a:srcRect b="53499"/>
              <a:stretch/>
            </p:blipFill>
            <p:spPr>
              <a:xfrm>
                <a:off x="155350" y="3402600"/>
                <a:ext cx="291950" cy="128124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  <p:extLst>
      <p:ext uri="{BB962C8B-B14F-4D97-AF65-F5344CB8AC3E}">
        <p14:creationId xmlns:p14="http://schemas.microsoft.com/office/powerpoint/2010/main" val="30163437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slideLayout" Target="../slideLayouts/slideLayout37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40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32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28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42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Relationship Id="rId27" Type="http://schemas.openxmlformats.org/officeDocument/2006/relationships/slideLayout" Target="../slideLayouts/slideLayout38.xml"/><Relationship Id="rId30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77CFAB-D3C3-3D80-2E39-03A2A9AEF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477EB3-298B-0B5E-029D-F1233A0099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90B93B-579C-93C2-164A-B5AD85FC24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C28E2A-DD9A-4850-9788-B7AC3411AF7F}" type="datetimeFigureOut">
              <a:rPr lang="en-US" smtClean="0"/>
              <a:t>8/20/2025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38F51C-FAC2-2C77-C7CF-E00680EBFE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160B13-A7A6-3DC9-3695-452661DD6C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367E41-895C-40E9-A4A5-D2695283E9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7783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0967" y="719333"/>
            <a:ext cx="10290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Heebo"/>
              <a:buNone/>
              <a:defRPr sz="2700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Heebo"/>
              <a:buNone/>
              <a:defRPr sz="2700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Heebo"/>
              <a:buNone/>
              <a:defRPr sz="2700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Heebo"/>
              <a:buNone/>
              <a:defRPr sz="2700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Heebo"/>
              <a:buNone/>
              <a:defRPr sz="2700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Heebo"/>
              <a:buNone/>
              <a:defRPr sz="2700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Heebo"/>
              <a:buNone/>
              <a:defRPr sz="2700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Heebo"/>
              <a:buNone/>
              <a:defRPr sz="2700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Heebo"/>
              <a:buNone/>
              <a:defRPr sz="2700" b="1">
                <a:solidFill>
                  <a:schemeClr val="dk1"/>
                </a:solidFill>
                <a:latin typeface="Heebo"/>
                <a:ea typeface="Heebo"/>
                <a:cs typeface="Heebo"/>
                <a:sym typeface="Heeb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0967" y="1536633"/>
            <a:ext cx="102900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"/>
              <a:buChar char="●"/>
              <a:defRPr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"/>
              <a:buChar char="○"/>
              <a:defRPr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"/>
              <a:buChar char="■"/>
              <a:defRPr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"/>
              <a:buChar char="●"/>
              <a:defRPr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"/>
              <a:buChar char="○"/>
              <a:defRPr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"/>
              <a:buChar char="■"/>
              <a:defRPr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"/>
              <a:buChar char="●"/>
              <a:defRPr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"/>
              <a:buChar char="○"/>
              <a:defRPr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"/>
              <a:buChar char="■"/>
              <a:defRPr>
                <a:solidFill>
                  <a:schemeClr val="dk1"/>
                </a:solidFill>
                <a:latin typeface="Noto Sans"/>
                <a:ea typeface="Noto Sans"/>
                <a:cs typeface="Noto Sans"/>
                <a:sym typeface="Noto Sans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50533983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gif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9.jpeg"/><Relationship Id="rId5" Type="http://schemas.openxmlformats.org/officeDocument/2006/relationships/image" Target="../media/image8.jpeg"/><Relationship Id="rId10" Type="http://schemas.openxmlformats.org/officeDocument/2006/relationships/image" Target="../media/image13.jpe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9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10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Tonyenglish.vn - Being bored">
            <a:extLst>
              <a:ext uri="{FF2B5EF4-FFF2-40B4-BE49-F238E27FC236}">
                <a16:creationId xmlns:a16="http://schemas.microsoft.com/office/drawing/2014/main" id="{E7F726AB-1119-D9AB-199F-99DFA4BBBE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5727" y="702539"/>
            <a:ext cx="4088429" cy="272646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lways Tired After Work? 10 Tips for More Energy | Reclaim">
            <a:extLst>
              <a:ext uri="{FF2B5EF4-FFF2-40B4-BE49-F238E27FC236}">
                <a16:creationId xmlns:a16="http://schemas.microsoft.com/office/drawing/2014/main" id="{7AF6C8C8-1475-C802-9FD7-B747AEB58F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6814" y="1535837"/>
            <a:ext cx="5989252" cy="337027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Steam Workshop::Truck-Kun">
            <a:extLst>
              <a:ext uri="{FF2B5EF4-FFF2-40B4-BE49-F238E27FC236}">
                <a16:creationId xmlns:a16="http://schemas.microsoft.com/office/drawing/2014/main" id="{41E8910F-14FD-DBFD-0D50-DDA7537F58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3741106"/>
            <a:ext cx="4572000" cy="257175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6067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8023D-1E9A-EB0A-D0CA-B81C626AC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The Legend of Zelda™: Breath of the Wild – Nintendo Switch™ 2 Edition for  Nintendo Switch 2 - Nintendo Official Site">
            <a:extLst>
              <a:ext uri="{FF2B5EF4-FFF2-40B4-BE49-F238E27FC236}">
                <a16:creationId xmlns:a16="http://schemas.microsoft.com/office/drawing/2014/main" id="{05FDB280-45A8-D68B-A0BD-AFEF042639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AF388367-0F2B-545E-A3CE-14FA7C7BCC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13" t="4500" r="19121" b="10537"/>
          <a:stretch>
            <a:fillRect/>
          </a:stretch>
        </p:blipFill>
        <p:spPr bwMode="auto">
          <a:xfrm rot="20996089">
            <a:off x="7826188" y="22412"/>
            <a:ext cx="3654606" cy="3406588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8705768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flash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0.53518 L 3.125E-6 -4.81481E-6 " pathEditMode="relative" rAng="0" ptsTypes="AA">
                                      <p:cBhvr>
                                        <p:cTn id="9" dur="2000" fill="hold"/>
                                        <p:tgtEl>
                                          <p:spTgt spid="20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2680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0"/>
                            </p:stCondLst>
                            <p:childTnLst>
                              <p:par>
                                <p:cTn id="11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-3.7037E-7 L 3.125E-6 0.18102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20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905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4000"/>
                            </p:stCondLst>
                            <p:childTnLst>
                              <p:par>
                                <p:cTn id="14" presetID="42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0.18102 L 3.125E-6 0.46991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20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444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866D860A-B647-339E-94FA-AB43266DFD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0406" y="502023"/>
            <a:ext cx="2929218" cy="1952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Mage casting fireball spell by Teesla on DeviantArt">
            <a:extLst>
              <a:ext uri="{FF2B5EF4-FFF2-40B4-BE49-F238E27FC236}">
                <a16:creationId xmlns:a16="http://schemas.microsoft.com/office/drawing/2014/main" id="{A5E03BC4-DE6B-86EC-82CF-DEFC572CCB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9541" y="966694"/>
            <a:ext cx="2480235" cy="148814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RavnicaCardsConverted — Bolt Bend 3rd level Abjuration Casting Time:...">
            <a:extLst>
              <a:ext uri="{FF2B5EF4-FFF2-40B4-BE49-F238E27FC236}">
                <a16:creationId xmlns:a16="http://schemas.microsoft.com/office/drawing/2014/main" id="{7D4BDE3E-3BAF-C52D-4CF5-405359A43EE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872"/>
          <a:stretch>
            <a:fillRect/>
          </a:stretch>
        </p:blipFill>
        <p:spPr bwMode="auto">
          <a:xfrm>
            <a:off x="3895165" y="966694"/>
            <a:ext cx="2526119" cy="148814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D&amp;D Evolved Magic System: Wizards v. Sorcerers – Genesys Evolved">
            <a:extLst>
              <a:ext uri="{FF2B5EF4-FFF2-40B4-BE49-F238E27FC236}">
                <a16:creationId xmlns:a16="http://schemas.microsoft.com/office/drawing/2014/main" id="{0CB11EAF-1CB9-D258-2221-683B8F5C60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6673" y="967236"/>
            <a:ext cx="2433050" cy="148759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>
            <a:extLst>
              <a:ext uri="{FF2B5EF4-FFF2-40B4-BE49-F238E27FC236}">
                <a16:creationId xmlns:a16="http://schemas.microsoft.com/office/drawing/2014/main" id="{2E96D03E-7C67-A2A2-B553-CCA1EB8E00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3252" y="734358"/>
            <a:ext cx="1952812" cy="1952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0">
            <a:extLst>
              <a:ext uri="{FF2B5EF4-FFF2-40B4-BE49-F238E27FC236}">
                <a16:creationId xmlns:a16="http://schemas.microsoft.com/office/drawing/2014/main" id="{85272297-1286-D4A9-C7A8-4E304E77EB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1818" y="734358"/>
            <a:ext cx="1952812" cy="1952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0">
            <a:extLst>
              <a:ext uri="{FF2B5EF4-FFF2-40B4-BE49-F238E27FC236}">
                <a16:creationId xmlns:a16="http://schemas.microsoft.com/office/drawing/2014/main" id="{BFD23D54-C824-E7A6-232D-FA5D9F071D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2766" y="734358"/>
            <a:ext cx="1952812" cy="1952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23D068-0AA2-B2B6-F027-FC974A38206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945" y="3429000"/>
            <a:ext cx="2526119" cy="2526119"/>
          </a:xfrm>
          <a:prstGeom prst="rect">
            <a:avLst/>
          </a:prstGeom>
        </p:spPr>
      </p:pic>
      <p:pic>
        <p:nvPicPr>
          <p:cNvPr id="3084" name="Picture 12" descr="Minecraft crafting recipe - Minecraft Tools">
            <a:extLst>
              <a:ext uri="{FF2B5EF4-FFF2-40B4-BE49-F238E27FC236}">
                <a16:creationId xmlns:a16="http://schemas.microsoft.com/office/drawing/2014/main" id="{28B052AD-A8E7-2818-F9FE-9F2ADC26CC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21191" y="3531534"/>
            <a:ext cx="3481575" cy="23210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086" name="Picture 14" descr="god, Of, War, Fighting, Warrior, Action, Adventure, Godwar, Fantasy  Wallpapers HD / Desktop and Mobile Backgrounds">
            <a:extLst>
              <a:ext uri="{FF2B5EF4-FFF2-40B4-BE49-F238E27FC236}">
                <a16:creationId xmlns:a16="http://schemas.microsoft.com/office/drawing/2014/main" id="{E9592296-4A68-711D-8C24-3C48CF768E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71496" y="3199029"/>
            <a:ext cx="4405032" cy="275609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0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0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07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30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0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08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0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0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08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08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0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0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0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8234098-FB33-64F1-01A4-5BEF6C6EE12D}"/>
              </a:ext>
            </a:extLst>
          </p:cNvPr>
          <p:cNvSpPr/>
          <p:nvPr/>
        </p:nvSpPr>
        <p:spPr>
          <a:xfrm>
            <a:off x="4426312" y="2967335"/>
            <a:ext cx="3339376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Giao </a:t>
            </a:r>
            <a:r>
              <a:rPr lang="en-US" sz="5400" b="1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diện</a:t>
            </a:r>
            <a:endParaRPr lang="en-US" sz="54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175045772"/>
      </p:ext>
    </p:extLst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8C23A83-9B21-AB2A-74E1-F906A095DE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564" y="642989"/>
            <a:ext cx="3719869" cy="278601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2014495-1F21-75A0-69FF-DCC5EDF58C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9614" y="3621642"/>
            <a:ext cx="3719869" cy="277334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64E1532-ABDD-816D-1836-D6D2B676B1DB}"/>
              </a:ext>
            </a:extLst>
          </p:cNvPr>
          <p:cNvSpPr/>
          <p:nvPr/>
        </p:nvSpPr>
        <p:spPr>
          <a:xfrm>
            <a:off x="1649990" y="928035"/>
            <a:ext cx="4134292" cy="230832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571500" indent="-571500">
              <a:buFontTx/>
              <a:buChar char="-"/>
            </a:pPr>
            <a:r>
              <a:rPr lang="en-US" sz="3600" b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Đơn</a:t>
            </a:r>
            <a:r>
              <a:rPr lang="en-US" sz="36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600" b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giản</a:t>
            </a:r>
            <a:endParaRPr lang="en-US" sz="36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>
              <a:buFontTx/>
              <a:buChar char="-"/>
            </a:pPr>
            <a:r>
              <a:rPr lang="en-US" sz="3600" b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Bố</a:t>
            </a:r>
            <a:r>
              <a:rPr lang="en-US" sz="36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600" b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cục</a:t>
            </a:r>
            <a:r>
              <a:rPr lang="en-US" sz="36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600" b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đẹp</a:t>
            </a:r>
            <a:r>
              <a:rPr lang="en-US" sz="36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600" b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mắt</a:t>
            </a:r>
            <a:endParaRPr lang="en-US" sz="3600" b="1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>
              <a:buFontTx/>
              <a:buChar char="-"/>
            </a:pPr>
            <a:r>
              <a:rPr lang="en-US" sz="3600" b="1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Màu</a:t>
            </a:r>
            <a:r>
              <a:rPr lang="en-US" sz="36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600" b="1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sắc</a:t>
            </a:r>
            <a:r>
              <a:rPr lang="en-US" sz="36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600" b="1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hài</a:t>
            </a:r>
            <a:r>
              <a:rPr lang="en-US" sz="36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600" b="1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hòa</a:t>
            </a:r>
            <a:endParaRPr lang="en-US" sz="36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>
              <a:buFontTx/>
              <a:buChar char="-"/>
            </a:pPr>
            <a:r>
              <a:rPr lang="en-US" sz="3600" b="1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Bắt</a:t>
            </a:r>
            <a:r>
              <a:rPr lang="en-US" sz="36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600" b="1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mắt</a:t>
            </a:r>
            <a:endParaRPr lang="en-US" sz="36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1BEDBF4-07B8-A0F1-E052-C2212070625C}"/>
              </a:ext>
            </a:extLst>
          </p:cNvPr>
          <p:cNvSpPr/>
          <p:nvPr/>
        </p:nvSpPr>
        <p:spPr>
          <a:xfrm>
            <a:off x="6407718" y="4051376"/>
            <a:ext cx="4134292" cy="175432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571500" indent="-571500">
              <a:buFontTx/>
              <a:buChar char="-"/>
            </a:pPr>
            <a:r>
              <a:rPr lang="en-US" sz="3600" b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Đầy</a:t>
            </a:r>
            <a:r>
              <a:rPr lang="en-US" sz="36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600" b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đủ</a:t>
            </a:r>
            <a:r>
              <a:rPr lang="en-US" sz="36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600" b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tính</a:t>
            </a:r>
            <a:r>
              <a:rPr lang="en-US" sz="36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600" b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năng</a:t>
            </a:r>
            <a:endParaRPr lang="en-US" sz="3600" b="1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>
              <a:buFontTx/>
              <a:buChar char="-"/>
            </a:pPr>
            <a:r>
              <a:rPr lang="en-US" sz="3600" b="1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Chất</a:t>
            </a:r>
            <a:r>
              <a:rPr lang="en-US" sz="36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600" b="1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lượng</a:t>
            </a:r>
            <a:endParaRPr lang="en-US" sz="36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>
              <a:buFontTx/>
              <a:buChar char="-"/>
            </a:pPr>
            <a:r>
              <a:rPr lang="en-US" sz="3600" b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Độc</a:t>
            </a:r>
            <a:r>
              <a:rPr lang="en-US" sz="36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600" b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đáo</a:t>
            </a:r>
            <a:endParaRPr lang="en-US" sz="36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2D8E40D-DADB-2F6C-CE38-BE875A8B0C62}"/>
              </a:ext>
            </a:extLst>
          </p:cNvPr>
          <p:cNvCxnSpPr/>
          <p:nvPr/>
        </p:nvCxnSpPr>
        <p:spPr>
          <a:xfrm>
            <a:off x="1174378" y="3523027"/>
            <a:ext cx="9637058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3831750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6" presetClass="entr" presetSubtype="37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20"/>
                                  </p:iterate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CDEC5F8-CA01-0DDE-2F5F-47F8A9DBB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7858" y="1282840"/>
            <a:ext cx="5741129" cy="4292320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9CABECF-CC77-8CC8-A771-F3B2A2458206}"/>
              </a:ext>
            </a:extLst>
          </p:cNvPr>
          <p:cNvSpPr/>
          <p:nvPr/>
        </p:nvSpPr>
        <p:spPr>
          <a:xfrm>
            <a:off x="1085949" y="2483241"/>
            <a:ext cx="1521571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err="1">
                <a:ln w="0"/>
                <a:solidFill>
                  <a:schemeClr val="accent1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Phím</a:t>
            </a:r>
            <a:r>
              <a:rPr lang="en-US" sz="2800" b="0" cap="none" spc="0" dirty="0">
                <a:ln w="0"/>
                <a:solidFill>
                  <a:schemeClr val="accent1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sz="2800" b="0" cap="none" spc="0" dirty="0" err="1">
                <a:ln w="0"/>
                <a:solidFill>
                  <a:schemeClr val="accent1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tắt</a:t>
            </a:r>
            <a:endParaRPr lang="en-US" sz="2800" b="0" cap="none" spc="0" dirty="0">
              <a:ln w="0"/>
              <a:solidFill>
                <a:schemeClr val="accent1">
                  <a:lumMod val="7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812F93F-28A4-00CF-0AC3-E5BA3A73ADA7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607520" y="2744851"/>
            <a:ext cx="1543139" cy="392796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CEE2FA03-CA54-52D8-A90E-CF43F56988A1}"/>
              </a:ext>
            </a:extLst>
          </p:cNvPr>
          <p:cNvSpPr/>
          <p:nvPr/>
        </p:nvSpPr>
        <p:spPr>
          <a:xfrm>
            <a:off x="9747013" y="4078941"/>
            <a:ext cx="1465466" cy="95410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dirty="0" err="1">
                <a:ln w="0"/>
                <a:solidFill>
                  <a:schemeClr val="accent1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Cơ</a:t>
            </a:r>
            <a:r>
              <a:rPr lang="en-US" sz="2800" dirty="0">
                <a:ln w="0"/>
                <a:solidFill>
                  <a:schemeClr val="accent1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sz="2800" dirty="0" err="1">
                <a:ln w="0"/>
                <a:solidFill>
                  <a:schemeClr val="accent1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chế</a:t>
            </a:r>
            <a:br>
              <a:rPr lang="en-US" sz="2800" dirty="0">
                <a:ln w="0"/>
                <a:solidFill>
                  <a:schemeClr val="accent1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</a:br>
            <a:r>
              <a:rPr lang="en-US" sz="2800" dirty="0" err="1">
                <a:ln w="0"/>
                <a:solidFill>
                  <a:schemeClr val="accent1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căn</a:t>
            </a:r>
            <a:r>
              <a:rPr lang="en-US" sz="2800" dirty="0">
                <a:ln w="0"/>
                <a:solidFill>
                  <a:schemeClr val="accent1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en-US" sz="2800" dirty="0" err="1">
                <a:ln w="0"/>
                <a:solidFill>
                  <a:schemeClr val="accent1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bản</a:t>
            </a:r>
            <a:endParaRPr lang="en-US" sz="2800" b="0" cap="none" spc="0" dirty="0">
              <a:ln w="0"/>
              <a:solidFill>
                <a:schemeClr val="accent1">
                  <a:lumMod val="7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12D9541-F5D8-9B9E-6BE4-A81318B324EE}"/>
              </a:ext>
            </a:extLst>
          </p:cNvPr>
          <p:cNvCxnSpPr>
            <a:cxnSpLocks/>
            <a:stCxn id="15" idx="1"/>
          </p:cNvCxnSpPr>
          <p:nvPr/>
        </p:nvCxnSpPr>
        <p:spPr>
          <a:xfrm flipH="1" flipV="1">
            <a:off x="7924800" y="4410635"/>
            <a:ext cx="1822213" cy="14536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3112458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50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182EC9B-D1B9-0E58-6F5E-65D2AE90D7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8337" y="833437"/>
            <a:ext cx="5257240" cy="393455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08CEA25-4E90-A809-709A-80C6424B63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635" y="3044100"/>
            <a:ext cx="3277057" cy="308653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8E3C9399-3F42-4228-6230-0A58CE87D1C3}"/>
              </a:ext>
            </a:extLst>
          </p:cNvPr>
          <p:cNvSpPr/>
          <p:nvPr/>
        </p:nvSpPr>
        <p:spPr>
          <a:xfrm>
            <a:off x="4536141" y="3155576"/>
            <a:ext cx="824753" cy="36755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7663547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C310D-18C9-B614-C2EB-526FE2E67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F5BF6E2-976A-34B8-FB03-89E6B0F37876}"/>
              </a:ext>
            </a:extLst>
          </p:cNvPr>
          <p:cNvSpPr/>
          <p:nvPr/>
        </p:nvSpPr>
        <p:spPr>
          <a:xfrm>
            <a:off x="4349368" y="2967335"/>
            <a:ext cx="349326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Gameplay</a:t>
            </a:r>
          </a:p>
        </p:txBody>
      </p:sp>
    </p:spTree>
    <p:extLst>
      <p:ext uri="{BB962C8B-B14F-4D97-AF65-F5344CB8AC3E}">
        <p14:creationId xmlns:p14="http://schemas.microsoft.com/office/powerpoint/2010/main" val="39688404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3E26237-31BC-B94C-AC6D-D7E71069DD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3753" y="1460116"/>
            <a:ext cx="4544493" cy="393776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F0AF5DF8-B0E2-4BE1-9A3A-18882952A518}"/>
              </a:ext>
            </a:extLst>
          </p:cNvPr>
          <p:cNvSpPr/>
          <p:nvPr/>
        </p:nvSpPr>
        <p:spPr>
          <a:xfrm>
            <a:off x="3908612" y="5011271"/>
            <a:ext cx="1371600" cy="386612"/>
          </a:xfrm>
          <a:prstGeom prst="rect">
            <a:avLst/>
          </a:prstGeom>
          <a:noFill/>
          <a:ln w="5715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70268F9-6A68-5C47-BF00-CA59113C3572}"/>
              </a:ext>
            </a:extLst>
          </p:cNvPr>
          <p:cNvSpPr/>
          <p:nvPr/>
        </p:nvSpPr>
        <p:spPr>
          <a:xfrm>
            <a:off x="3890682" y="4715435"/>
            <a:ext cx="1138517" cy="277906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BD2589F-A2CB-8FF9-969A-350927E29D53}"/>
              </a:ext>
            </a:extLst>
          </p:cNvPr>
          <p:cNvSpPr/>
          <p:nvPr/>
        </p:nvSpPr>
        <p:spPr>
          <a:xfrm>
            <a:off x="7162803" y="4715435"/>
            <a:ext cx="1174374" cy="277906"/>
          </a:xfrm>
          <a:prstGeom prst="rect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B503D1E-92AF-33D4-2F52-24139C94882D}"/>
              </a:ext>
            </a:extLst>
          </p:cNvPr>
          <p:cNvCxnSpPr>
            <a:stCxn id="9" idx="1"/>
          </p:cNvCxnSpPr>
          <p:nvPr/>
        </p:nvCxnSpPr>
        <p:spPr>
          <a:xfrm flipH="1" flipV="1">
            <a:off x="2644588" y="3429000"/>
            <a:ext cx="1246094" cy="1425388"/>
          </a:xfrm>
          <a:prstGeom prst="straightConnector1">
            <a:avLst/>
          </a:prstGeom>
          <a:ln w="5715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F8F3A53-9C66-9926-A236-36666BE62CB7}"/>
              </a:ext>
            </a:extLst>
          </p:cNvPr>
          <p:cNvCxnSpPr>
            <a:stCxn id="8" idx="1"/>
          </p:cNvCxnSpPr>
          <p:nvPr/>
        </p:nvCxnSpPr>
        <p:spPr>
          <a:xfrm flipH="1" flipV="1">
            <a:off x="2716306" y="5199529"/>
            <a:ext cx="1192306" cy="5048"/>
          </a:xfrm>
          <a:prstGeom prst="straightConnector1">
            <a:avLst/>
          </a:prstGeom>
          <a:ln w="5715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D94EF64-F3F6-064C-0449-877D1FFAD950}"/>
              </a:ext>
            </a:extLst>
          </p:cNvPr>
          <p:cNvCxnSpPr>
            <a:stCxn id="10" idx="3"/>
          </p:cNvCxnSpPr>
          <p:nvPr/>
        </p:nvCxnSpPr>
        <p:spPr>
          <a:xfrm flipV="1">
            <a:off x="8337177" y="3792071"/>
            <a:ext cx="1075764" cy="1062317"/>
          </a:xfrm>
          <a:prstGeom prst="straightConnector1">
            <a:avLst/>
          </a:prstGeom>
          <a:ln w="381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EE1E21A-42CD-C407-326D-A2336C126206}"/>
              </a:ext>
            </a:extLst>
          </p:cNvPr>
          <p:cNvSpPr txBox="1"/>
          <p:nvPr/>
        </p:nvSpPr>
        <p:spPr>
          <a:xfrm>
            <a:off x="2155169" y="3105381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rgbClr val="FFC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Máu</a:t>
            </a:r>
            <a:endParaRPr lang="en-US" b="1" dirty="0">
              <a:solidFill>
                <a:srgbClr val="FFC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898780A-D2D7-1CAC-0B60-3C12D3CAA10F}"/>
              </a:ext>
            </a:extLst>
          </p:cNvPr>
          <p:cNvSpPr txBox="1"/>
          <p:nvPr/>
        </p:nvSpPr>
        <p:spPr>
          <a:xfrm>
            <a:off x="863811" y="5002305"/>
            <a:ext cx="1852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Trang </a:t>
            </a:r>
            <a:r>
              <a:rPr lang="en-US" b="1" dirty="0" err="1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bị</a:t>
            </a:r>
            <a:r>
              <a:rPr lang="en-US" b="1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 err="1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khởi</a:t>
            </a:r>
            <a:r>
              <a:rPr lang="en-US" b="1" dirty="0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 err="1">
                <a:solidFill>
                  <a:srgbClr val="92D05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đầu</a:t>
            </a:r>
            <a:endParaRPr lang="en-US" b="1" dirty="0">
              <a:solidFill>
                <a:srgbClr val="92D05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6032741-A47A-116C-6C55-B13CB19A4049}"/>
              </a:ext>
            </a:extLst>
          </p:cNvPr>
          <p:cNvSpPr txBox="1"/>
          <p:nvPr/>
        </p:nvSpPr>
        <p:spPr>
          <a:xfrm>
            <a:off x="9344423" y="3422739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rgbClr val="00B0F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Thể</a:t>
            </a:r>
            <a:r>
              <a:rPr lang="en-US" b="1" dirty="0">
                <a:solidFill>
                  <a:srgbClr val="00B0F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b="1" dirty="0" err="1">
                <a:solidFill>
                  <a:srgbClr val="00B0F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lực</a:t>
            </a:r>
            <a:endParaRPr lang="en-US" b="1" dirty="0">
              <a:solidFill>
                <a:srgbClr val="00B0F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6789591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500"/>
                            </p:stCondLst>
                            <p:childTnLst>
                              <p:par>
                                <p:cTn id="1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500"/>
                            </p:stCondLst>
                            <p:childTnLst>
                              <p:par>
                                <p:cTn id="4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8" grpId="0"/>
      <p:bldP spid="19" grpId="0"/>
      <p:bldP spid="2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578DDDF-3949-DDA3-6CB3-129D4117F19F}"/>
              </a:ext>
            </a:extLst>
          </p:cNvPr>
          <p:cNvSpPr/>
          <p:nvPr/>
        </p:nvSpPr>
        <p:spPr>
          <a:xfrm>
            <a:off x="1292593" y="3065947"/>
            <a:ext cx="273985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Mục</a:t>
            </a:r>
            <a:r>
              <a:rPr lang="en-US" sz="5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5400" b="1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tiêu</a:t>
            </a:r>
            <a:endParaRPr lang="en-US" sz="54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5263BFE-F986-1915-A57B-36B419002FC1}"/>
              </a:ext>
            </a:extLst>
          </p:cNvPr>
          <p:cNvCxnSpPr>
            <a:stCxn id="4" idx="3"/>
          </p:cNvCxnSpPr>
          <p:nvPr/>
        </p:nvCxnSpPr>
        <p:spPr>
          <a:xfrm flipV="1">
            <a:off x="4032447" y="2411506"/>
            <a:ext cx="2986918" cy="1116106"/>
          </a:xfrm>
          <a:prstGeom prst="straightConnector1">
            <a:avLst/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4B600357-0890-56EC-D717-AF92778995C0}"/>
              </a:ext>
            </a:extLst>
          </p:cNvPr>
          <p:cNvSpPr/>
          <p:nvPr/>
        </p:nvSpPr>
        <p:spPr>
          <a:xfrm>
            <a:off x="7019365" y="1676418"/>
            <a:ext cx="2559996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Sinh </a:t>
            </a:r>
            <a:r>
              <a:rPr lang="en-US" sz="5400" b="1" cap="none" spc="0" dirty="0" err="1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tồn</a:t>
            </a:r>
            <a:endParaRPr lang="en-US" sz="5400" b="1" cap="none" spc="0" dirty="0">
              <a:ln w="0"/>
              <a:solidFill>
                <a:schemeClr val="accent2">
                  <a:lumMod val="7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658F83F-629C-14B9-3EE2-F49AD9861FB0}"/>
              </a:ext>
            </a:extLst>
          </p:cNvPr>
          <p:cNvCxnSpPr>
            <a:stCxn id="4" idx="3"/>
          </p:cNvCxnSpPr>
          <p:nvPr/>
        </p:nvCxnSpPr>
        <p:spPr>
          <a:xfrm>
            <a:off x="4032447" y="3527612"/>
            <a:ext cx="2924165" cy="1313329"/>
          </a:xfrm>
          <a:prstGeom prst="straightConnector1">
            <a:avLst/>
          </a:prstGeom>
          <a:ln w="57150">
            <a:solidFill>
              <a:schemeClr val="tx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E01A03A3-7AA1-9F61-FC57-6B0FFA104877}"/>
              </a:ext>
            </a:extLst>
          </p:cNvPr>
          <p:cNvSpPr/>
          <p:nvPr/>
        </p:nvSpPr>
        <p:spPr>
          <a:xfrm>
            <a:off x="6956612" y="3766555"/>
            <a:ext cx="3270976" cy="175432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1" cap="none" spc="0" dirty="0" err="1">
                <a:ln w="0"/>
                <a:solidFill>
                  <a:schemeClr val="tx2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Trở</a:t>
            </a:r>
            <a:r>
              <a:rPr lang="en-US" sz="5400" b="1" cap="none" spc="0" dirty="0">
                <a:ln w="0"/>
                <a:solidFill>
                  <a:schemeClr val="tx2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5400" b="1" cap="none" spc="0" dirty="0" err="1">
                <a:ln w="0"/>
                <a:solidFill>
                  <a:schemeClr val="tx2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về</a:t>
            </a:r>
            <a:r>
              <a:rPr lang="en-US" sz="5400" b="1" cap="none" spc="0" dirty="0">
                <a:ln w="0"/>
                <a:solidFill>
                  <a:schemeClr val="tx2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5400" b="1" cap="none" spc="0" dirty="0" err="1">
                <a:ln w="0"/>
                <a:solidFill>
                  <a:schemeClr val="tx2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thế</a:t>
            </a:r>
            <a:r>
              <a:rPr lang="en-US" sz="5400" b="1" cap="none" spc="0" dirty="0">
                <a:ln w="0"/>
                <a:solidFill>
                  <a:schemeClr val="tx2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5400" b="1" cap="none" spc="0" dirty="0" err="1">
                <a:ln w="0"/>
                <a:solidFill>
                  <a:schemeClr val="tx2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giớ</a:t>
            </a:r>
            <a:r>
              <a:rPr lang="en-US" sz="5400" b="1" dirty="0" err="1">
                <a:ln w="0"/>
                <a:solidFill>
                  <a:schemeClr val="tx2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sz="5400" b="1" dirty="0">
                <a:ln w="0"/>
                <a:solidFill>
                  <a:schemeClr val="tx2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5400" b="1" dirty="0" err="1">
                <a:ln w="0"/>
                <a:solidFill>
                  <a:schemeClr val="tx2">
                    <a:lumMod val="7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cũ</a:t>
            </a:r>
            <a:endParaRPr lang="en-US" sz="5400" b="1" cap="none" spc="0" dirty="0">
              <a:ln w="0"/>
              <a:solidFill>
                <a:schemeClr val="tx2">
                  <a:lumMod val="75000"/>
                </a:schemeClr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9351605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CDBB4D4-4BF5-8E11-AE5A-F6D181D92E4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574" t="15164" r="65661" b="58954"/>
          <a:stretch>
            <a:fillRect/>
          </a:stretch>
        </p:blipFill>
        <p:spPr>
          <a:xfrm>
            <a:off x="1407458" y="980221"/>
            <a:ext cx="2859742" cy="248345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6C35E07-E3BB-488B-AEE7-BAB68521AD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426" t="25098" r="66471" b="55425"/>
          <a:stretch>
            <a:fillRect/>
          </a:stretch>
        </p:blipFill>
        <p:spPr>
          <a:xfrm>
            <a:off x="4831977" y="969119"/>
            <a:ext cx="2516796" cy="248345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9C52D71-479C-A626-07F6-AA9A2E85C54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147" t="23268" r="65589" b="52680"/>
          <a:stretch>
            <a:fillRect/>
          </a:stretch>
        </p:blipFill>
        <p:spPr>
          <a:xfrm>
            <a:off x="7913550" y="969120"/>
            <a:ext cx="2618429" cy="248345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5F47D39-C5B3-2A7E-B76E-C7671A220A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200" y="4805882"/>
            <a:ext cx="3681332" cy="97635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9E407C9-1572-4410-A3E9-856B55A418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0449" y="485313"/>
            <a:ext cx="1928577" cy="19285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4DE0805-9921-BC4D-ACC7-76D566ED94F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20645" y="665490"/>
            <a:ext cx="1639506" cy="16395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3C6C75-AFB0-01DE-ADC8-7E571935694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41770" y="629848"/>
            <a:ext cx="1639505" cy="1639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29033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E92A5491-A6C3-1C75-7A34-0D254226DA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4412" y="3429000"/>
            <a:ext cx="1647362" cy="142332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AB24FA8-B0F3-D0E1-11AE-7D48B83480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2767" y="1804386"/>
            <a:ext cx="1526960" cy="152696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30149A4-55A6-BE4B-BE00-3A7ECD3AA1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2514" y="3090844"/>
            <a:ext cx="1905000" cy="19050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D570CEA-8D33-5F2C-4112-F0DE07AA03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9474" y="1283128"/>
            <a:ext cx="2688454" cy="268845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3538EC10-B12F-D1C0-3220-74B649AFBB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07189" y="3162605"/>
            <a:ext cx="1761477" cy="1761477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B341F6A-0F60-D4EB-01FF-6744A5E6BF5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98882" y="1811349"/>
            <a:ext cx="1632012" cy="1632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419619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00"/>
                            </p:stCondLst>
                            <p:childTnLst>
                              <p:par>
                                <p:cTn id="1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500"/>
                            </p:stCondLst>
                            <p:childTnLst>
                              <p:par>
                                <p:cTn id="2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000"/>
                            </p:stCondLst>
                            <p:childTnLst>
                              <p:par>
                                <p:cTn id="2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500"/>
                            </p:stCondLst>
                            <p:childTnLst>
                              <p:par>
                                <p:cTn id="3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CCA905D-9224-7676-F1C4-EA31EC753A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6770" y="1215322"/>
            <a:ext cx="5926988" cy="474695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EBD9761-DB16-F619-8F64-FBCF28925030}"/>
              </a:ext>
            </a:extLst>
          </p:cNvPr>
          <p:cNvSpPr/>
          <p:nvPr/>
        </p:nvSpPr>
        <p:spPr>
          <a:xfrm>
            <a:off x="2654424" y="3375733"/>
            <a:ext cx="1003176" cy="355107"/>
          </a:xfrm>
          <a:prstGeom prst="rect">
            <a:avLst/>
          </a:prstGeom>
          <a:noFill/>
          <a:ln w="5715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2260BA1-576D-25A6-0FCB-AFEBD5BBF423}"/>
              </a:ext>
            </a:extLst>
          </p:cNvPr>
          <p:cNvSpPr/>
          <p:nvPr/>
        </p:nvSpPr>
        <p:spPr>
          <a:xfrm>
            <a:off x="1732625" y="1215322"/>
            <a:ext cx="1534357" cy="355107"/>
          </a:xfrm>
          <a:prstGeom prst="rect">
            <a:avLst/>
          </a:prstGeom>
          <a:noFill/>
          <a:ln w="5715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FDC5B14-D477-8C0C-5DB5-1237DED67AA6}"/>
              </a:ext>
            </a:extLst>
          </p:cNvPr>
          <p:cNvCxnSpPr/>
          <p:nvPr/>
        </p:nvCxnSpPr>
        <p:spPr>
          <a:xfrm flipH="1" flipV="1">
            <a:off x="2450237" y="1526959"/>
            <a:ext cx="719091" cy="1848774"/>
          </a:xfrm>
          <a:prstGeom prst="straightConnector1">
            <a:avLst/>
          </a:prstGeom>
          <a:ln w="3810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E289A7F9-91B3-6F30-6CD3-37F2B06EF7CB}"/>
              </a:ext>
            </a:extLst>
          </p:cNvPr>
          <p:cNvSpPr/>
          <p:nvPr/>
        </p:nvSpPr>
        <p:spPr>
          <a:xfrm>
            <a:off x="7647945" y="2451346"/>
            <a:ext cx="3785973" cy="2123658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Inventory</a:t>
            </a:r>
          </a:p>
          <a:p>
            <a:pPr algn="ctr"/>
            <a:r>
              <a:rPr lang="en-US" sz="44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&amp;</a:t>
            </a:r>
            <a:endParaRPr lang="en-US" sz="44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ctr"/>
            <a:r>
              <a:rPr lang="en-US" sz="4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Crafting system</a:t>
            </a:r>
          </a:p>
        </p:txBody>
      </p:sp>
    </p:spTree>
    <p:extLst>
      <p:ext uri="{BB962C8B-B14F-4D97-AF65-F5344CB8AC3E}">
        <p14:creationId xmlns:p14="http://schemas.microsoft.com/office/powerpoint/2010/main" val="1933126500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03E03-E224-A07D-7094-2FA4C9A39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3357121-F5BD-ED30-E5D9-52AEE37F5D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6156" y="1554945"/>
            <a:ext cx="4679844" cy="374811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4E399931-9F6D-3663-9AE5-10F8E0682607}"/>
              </a:ext>
            </a:extLst>
          </p:cNvPr>
          <p:cNvSpPr/>
          <p:nvPr/>
        </p:nvSpPr>
        <p:spPr>
          <a:xfrm>
            <a:off x="5582576" y="4838331"/>
            <a:ext cx="621437" cy="568171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406F1D-3D05-B835-686A-CEC530A50B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6351" y="1123584"/>
            <a:ext cx="2853425" cy="23054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03A5F21-7DA5-8CA8-DF32-64F8621098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3064" y="2451335"/>
            <a:ext cx="2632780" cy="21952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DAF8282-C77D-C4F6-D76C-4922B0B347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6351" y="3752677"/>
            <a:ext cx="2835117" cy="222169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3714657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000"/>
                            </p:stCondLst>
                            <p:childTnLst>
                              <p:par>
                                <p:cTn id="20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EF38663-E7AD-2056-59B1-078EAFB7DC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2796" y="2071520"/>
            <a:ext cx="4146407" cy="371933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CEEEE73-DCDE-E3D7-D3F9-A6E041BA63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2796" y="2071520"/>
            <a:ext cx="4146407" cy="371933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F81080C6-66EE-569C-36E3-D3F929479CB6}"/>
              </a:ext>
            </a:extLst>
          </p:cNvPr>
          <p:cNvSpPr/>
          <p:nvPr/>
        </p:nvSpPr>
        <p:spPr>
          <a:xfrm>
            <a:off x="4746459" y="682425"/>
            <a:ext cx="3001720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Day &amp; Night</a:t>
            </a:r>
          </a:p>
        </p:txBody>
      </p:sp>
    </p:spTree>
    <p:extLst>
      <p:ext uri="{BB962C8B-B14F-4D97-AF65-F5344CB8AC3E}">
        <p14:creationId xmlns:p14="http://schemas.microsoft.com/office/powerpoint/2010/main" val="595464060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A0374D2-7EDF-C339-B2A5-AF6E07DE3D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3188" y="2094899"/>
            <a:ext cx="4148267" cy="3672802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391773E-C9E3-4677-0397-85172DBFAF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2141" y="2094899"/>
            <a:ext cx="3780596" cy="367701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C90CC40-6300-972D-C492-9A5A2F2EFE2A}"/>
              </a:ext>
            </a:extLst>
          </p:cNvPr>
          <p:cNvSpPr/>
          <p:nvPr/>
        </p:nvSpPr>
        <p:spPr>
          <a:xfrm>
            <a:off x="4535443" y="682425"/>
            <a:ext cx="3423758" cy="76944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4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Enemy Waves</a:t>
            </a:r>
          </a:p>
        </p:txBody>
      </p:sp>
    </p:spTree>
    <p:extLst>
      <p:ext uri="{BB962C8B-B14F-4D97-AF65-F5344CB8AC3E}">
        <p14:creationId xmlns:p14="http://schemas.microsoft.com/office/powerpoint/2010/main" val="1697122183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7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B2A2AD1-53E2-5A15-77C9-D39014393A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8721" y="3429000"/>
            <a:ext cx="2762636" cy="225774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D87A4A5-4A19-2135-2104-5A8381B5C6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0668" y="3429000"/>
            <a:ext cx="2609841" cy="226383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9A02A49-93A5-6C58-9BAF-E28833188C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9820" y="3422901"/>
            <a:ext cx="2493984" cy="226456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436DD77-8A57-6A4A-AEB3-9584AFB05B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0615" y="852255"/>
            <a:ext cx="1498847" cy="14988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04025E2-BA49-5B29-E365-9367EB4B42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69481" y="865571"/>
            <a:ext cx="1472214" cy="147221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5E1F237-E19E-ED82-6460-E488B868F5C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69684" y="967666"/>
            <a:ext cx="1614256" cy="1614256"/>
          </a:xfrm>
          <a:prstGeom prst="rect">
            <a:avLst/>
          </a:prstGeom>
        </p:spPr>
      </p:pic>
      <p:sp>
        <p:nvSpPr>
          <p:cNvPr id="18" name="Arrow: Down 17">
            <a:extLst>
              <a:ext uri="{FF2B5EF4-FFF2-40B4-BE49-F238E27FC236}">
                <a16:creationId xmlns:a16="http://schemas.microsoft.com/office/drawing/2014/main" id="{D0008DD4-58D5-FBB8-FAFB-90B2A131C24D}"/>
              </a:ext>
            </a:extLst>
          </p:cNvPr>
          <p:cNvSpPr/>
          <p:nvPr/>
        </p:nvSpPr>
        <p:spPr>
          <a:xfrm>
            <a:off x="2627790" y="2351102"/>
            <a:ext cx="612560" cy="995780"/>
          </a:xfrm>
          <a:prstGeom prst="downArrow">
            <a:avLst/>
          </a:prstGeom>
          <a:solidFill>
            <a:srgbClr val="92D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Arrow: Down 18">
            <a:extLst>
              <a:ext uri="{FF2B5EF4-FFF2-40B4-BE49-F238E27FC236}">
                <a16:creationId xmlns:a16="http://schemas.microsoft.com/office/drawing/2014/main" id="{79BDE96D-1121-C077-C3C5-095944BA3559}"/>
              </a:ext>
            </a:extLst>
          </p:cNvPr>
          <p:cNvSpPr/>
          <p:nvPr/>
        </p:nvSpPr>
        <p:spPr>
          <a:xfrm>
            <a:off x="5803293" y="2351102"/>
            <a:ext cx="612560" cy="995780"/>
          </a:xfrm>
          <a:prstGeom prst="downArrow">
            <a:avLst/>
          </a:prstGeom>
          <a:solidFill>
            <a:schemeClr val="accent3">
              <a:lumMod val="50000"/>
            </a:schemeClr>
          </a:solidFill>
          <a:ln>
            <a:solidFill>
              <a:schemeClr val="accent3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Down 19">
            <a:extLst>
              <a:ext uri="{FF2B5EF4-FFF2-40B4-BE49-F238E27FC236}">
                <a16:creationId xmlns:a16="http://schemas.microsoft.com/office/drawing/2014/main" id="{EE122E45-4CDF-E8A9-A4E2-A53BB5C0EAFC}"/>
              </a:ext>
            </a:extLst>
          </p:cNvPr>
          <p:cNvSpPr/>
          <p:nvPr/>
        </p:nvSpPr>
        <p:spPr>
          <a:xfrm>
            <a:off x="9070532" y="2337785"/>
            <a:ext cx="612560" cy="995780"/>
          </a:xfrm>
          <a:prstGeom prst="downArrow">
            <a:avLst/>
          </a:prstGeom>
          <a:solidFill>
            <a:schemeClr val="tx2">
              <a:lumMod val="75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270424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00"/>
                            </p:stCondLst>
                            <p:childTnLst>
                              <p:par>
                                <p:cTn id="30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8256479-811B-B49D-E5D2-1CFB3833D20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78" t="6084" r="53836" b="31521"/>
          <a:stretch>
            <a:fillRect/>
          </a:stretch>
        </p:blipFill>
        <p:spPr>
          <a:xfrm>
            <a:off x="1260629" y="1289481"/>
            <a:ext cx="5033639" cy="427903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925904C-2CAA-7A6E-F31B-ECF9D729BBE9}"/>
              </a:ext>
            </a:extLst>
          </p:cNvPr>
          <p:cNvSpPr/>
          <p:nvPr/>
        </p:nvSpPr>
        <p:spPr>
          <a:xfrm>
            <a:off x="6557288" y="2274837"/>
            <a:ext cx="4374083" cy="2308324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marL="571500" indent="-571500">
              <a:buFontTx/>
              <a:buChar char="-"/>
            </a:pPr>
            <a:r>
              <a:rPr lang="en-US" sz="3600" b="1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Kỹ</a:t>
            </a:r>
            <a:r>
              <a:rPr lang="en-US" sz="36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600" b="1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năng</a:t>
            </a:r>
            <a:r>
              <a:rPr lang="en-US" sz="36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600" b="1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khiển</a:t>
            </a:r>
            <a:r>
              <a:rPr lang="en-US" sz="36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600" b="1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quái</a:t>
            </a:r>
            <a:endParaRPr lang="en-US" sz="36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>
              <a:buFontTx/>
              <a:buChar char="-"/>
            </a:pPr>
            <a:r>
              <a:rPr lang="en-US" sz="3600" b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Tận</a:t>
            </a:r>
            <a:r>
              <a:rPr lang="en-US" sz="36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600" b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dụng</a:t>
            </a:r>
            <a:r>
              <a:rPr lang="en-US" sz="36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600" b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địa</a:t>
            </a:r>
            <a:r>
              <a:rPr lang="en-US" sz="36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600" b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hình</a:t>
            </a:r>
            <a:endParaRPr lang="en-US" sz="3600" b="1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>
              <a:buFontTx/>
              <a:buChar char="-"/>
            </a:pPr>
            <a:r>
              <a:rPr lang="en-US" sz="3600" b="1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Tư</a:t>
            </a:r>
            <a:r>
              <a:rPr lang="en-US" sz="36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600" b="1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duy</a:t>
            </a:r>
            <a:r>
              <a:rPr lang="en-US" sz="36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600" b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chiến</a:t>
            </a:r>
            <a:r>
              <a:rPr lang="en-US" sz="36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600" b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thuật</a:t>
            </a:r>
            <a:endParaRPr lang="en-US" sz="3600" b="1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571500" indent="-571500">
              <a:buFontTx/>
              <a:buChar char="-"/>
            </a:pPr>
            <a:r>
              <a:rPr lang="en-US" sz="3600" b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Chuẩn</a:t>
            </a:r>
            <a:r>
              <a:rPr lang="en-US" sz="36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600" b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bị</a:t>
            </a:r>
            <a:r>
              <a:rPr lang="en-US" sz="36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600" b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kỹ</a:t>
            </a:r>
            <a:r>
              <a:rPr lang="en-US" sz="36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3600" b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càng</a:t>
            </a:r>
            <a:endParaRPr lang="en-US" sz="3600" b="1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603564D-D95E-3B0D-8DAD-AE2A7572E7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798137" y="1452285"/>
            <a:ext cx="4982270" cy="395342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5726292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EFE75-A3EA-6B7C-C69A-D89CC7336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8C9D22A-5D08-B0D3-3327-44E7228245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78" t="6084" r="53836" b="31521"/>
          <a:stretch>
            <a:fillRect/>
          </a:stretch>
        </p:blipFill>
        <p:spPr>
          <a:xfrm>
            <a:off x="1260629" y="1289481"/>
            <a:ext cx="5033639" cy="427903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6D51E69-999A-F73C-67C7-87E5B9C78DC7}"/>
              </a:ext>
            </a:extLst>
          </p:cNvPr>
          <p:cNvSpPr/>
          <p:nvPr/>
        </p:nvSpPr>
        <p:spPr>
          <a:xfrm>
            <a:off x="6538301" y="2828833"/>
            <a:ext cx="4341701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36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You die =&gt; Game over</a:t>
            </a:r>
          </a:p>
          <a:p>
            <a:r>
              <a:rPr lang="en-US" sz="36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cs typeface="Calibri" panose="020F0502020204030204" pitchFamily="34" charset="0"/>
              </a:rPr>
              <a:t>=&gt; Start again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31986DD-C68B-2BE6-F039-58C22E464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1998" y="1452285"/>
            <a:ext cx="4982270" cy="3953427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8659731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allAtOnce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37919E-53B7-302C-6BB1-E2C87F3428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2883" y="1698591"/>
            <a:ext cx="5650018" cy="378258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7092339-3DD0-F147-D0C8-DFEBF8979B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5455" y="1343832"/>
            <a:ext cx="1631560" cy="133337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8644655-1E98-534F-7B83-F55BCCDEBC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5455" y="3013078"/>
            <a:ext cx="1541322" cy="133698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FC70071-88DF-AFFE-858E-ABE7D3AFDC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4785" y="4607510"/>
            <a:ext cx="1472899" cy="133741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4" name="Picture 10">
            <a:extLst>
              <a:ext uri="{FF2B5EF4-FFF2-40B4-BE49-F238E27FC236}">
                <a16:creationId xmlns:a16="http://schemas.microsoft.com/office/drawing/2014/main" id="{24F90BC3-678F-DE60-835D-10B5F761FB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44785" y="1306658"/>
            <a:ext cx="1407726" cy="1407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0">
            <a:extLst>
              <a:ext uri="{FF2B5EF4-FFF2-40B4-BE49-F238E27FC236}">
                <a16:creationId xmlns:a16="http://schemas.microsoft.com/office/drawing/2014/main" id="{1E9AB317-E5C5-5FB5-36D2-77154779CE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2253" y="3013078"/>
            <a:ext cx="1407726" cy="1407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10">
            <a:extLst>
              <a:ext uri="{FF2B5EF4-FFF2-40B4-BE49-F238E27FC236}">
                <a16:creationId xmlns:a16="http://schemas.microsoft.com/office/drawing/2014/main" id="{09B1F3DE-2469-1EF8-5CF6-0CAB40A983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2253" y="4644684"/>
            <a:ext cx="1407726" cy="1407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Arrow: Right 17">
            <a:extLst>
              <a:ext uri="{FF2B5EF4-FFF2-40B4-BE49-F238E27FC236}">
                <a16:creationId xmlns:a16="http://schemas.microsoft.com/office/drawing/2014/main" id="{A3FEA060-F93E-69E7-9DE3-F0833C6E62DF}"/>
              </a:ext>
            </a:extLst>
          </p:cNvPr>
          <p:cNvSpPr/>
          <p:nvPr/>
        </p:nvSpPr>
        <p:spPr>
          <a:xfrm>
            <a:off x="3453414" y="3320249"/>
            <a:ext cx="1464815" cy="59480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207257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5065E88-6237-FD62-68DA-4A92390ADC5A}"/>
              </a:ext>
            </a:extLst>
          </p:cNvPr>
          <p:cNvSpPr/>
          <p:nvPr/>
        </p:nvSpPr>
        <p:spPr>
          <a:xfrm>
            <a:off x="5041866" y="2967335"/>
            <a:ext cx="210827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607688938"/>
      </p:ext>
    </p:extLst>
  </p:cSld>
  <p:clrMapOvr>
    <a:masterClrMapping/>
  </p:clrMapOvr>
  <p:transition spd="med">
    <p:pull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069;p70">
            <a:extLst>
              <a:ext uri="{FF2B5EF4-FFF2-40B4-BE49-F238E27FC236}">
                <a16:creationId xmlns:a16="http://schemas.microsoft.com/office/drawing/2014/main" id="{525AC005-7E61-3B5F-ECFF-DF94CA138A9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608215" y="2976842"/>
            <a:ext cx="497557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Thanks!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36922146"/>
      </p:ext>
    </p:extLst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lassroom Rules for Back to School by Slidesgo">
  <a:themeElements>
    <a:clrScheme name="Simple Light">
      <a:dk1>
        <a:srgbClr val="58534F"/>
      </a:dk1>
      <a:lt1>
        <a:srgbClr val="F0DEDA"/>
      </a:lt1>
      <a:dk2>
        <a:srgbClr val="E1B6AA"/>
      </a:dk2>
      <a:lt2>
        <a:srgbClr val="F69480"/>
      </a:lt2>
      <a:accent1>
        <a:srgbClr val="F6C574"/>
      </a:accent1>
      <a:accent2>
        <a:srgbClr val="F7D9B3"/>
      </a:accent2>
      <a:accent3>
        <a:srgbClr val="C1D3DC"/>
      </a:accent3>
      <a:accent4>
        <a:srgbClr val="FFFFFF"/>
      </a:accent4>
      <a:accent5>
        <a:srgbClr val="FFFFFF"/>
      </a:accent5>
      <a:accent6>
        <a:srgbClr val="FFFFFF"/>
      </a:accent6>
      <a:hlink>
        <a:srgbClr val="58534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430</TotalTime>
  <Words>82</Words>
  <Application>Microsoft Office PowerPoint</Application>
  <PresentationFormat>Widescreen</PresentationFormat>
  <Paragraphs>30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22</vt:i4>
      </vt:variant>
    </vt:vector>
  </HeadingPairs>
  <TitlesOfParts>
    <vt:vector size="30" baseType="lpstr">
      <vt:lpstr>Arial</vt:lpstr>
      <vt:lpstr>Calibri</vt:lpstr>
      <vt:lpstr>Calibri Light</vt:lpstr>
      <vt:lpstr>Heebo</vt:lpstr>
      <vt:lpstr>Noto Sans</vt:lpstr>
      <vt:lpstr>Nunito Light</vt:lpstr>
      <vt:lpstr>Office Theme</vt:lpstr>
      <vt:lpstr>Classroom Rules for Back to School by Slidesgo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Bui Minh Thai</dc:creator>
  <cp:lastModifiedBy>Bui Minh Thai</cp:lastModifiedBy>
  <cp:revision>9</cp:revision>
  <dcterms:created xsi:type="dcterms:W3CDTF">2025-08-19T13:42:57Z</dcterms:created>
  <dcterms:modified xsi:type="dcterms:W3CDTF">2025-08-20T02:56:36Z</dcterms:modified>
</cp:coreProperties>
</file>