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media/image1.png" ContentType="image/png"/>
  <Override PartName="/ppt/media/image31.png" ContentType="image/png"/>
  <Override PartName="/ppt/media/image7.jpeg" ContentType="image/jpeg"/>
  <Override PartName="/ppt/media/image38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8.jpeg" ContentType="image/jpeg"/>
  <Override PartName="/ppt/media/image41.png" ContentType="image/png"/>
  <Override PartName="/ppt/media/image6.png" ContentType="image/png"/>
  <Override PartName="/ppt/media/image9.jpeg" ContentType="image/jpeg"/>
  <Override PartName="/ppt/media/image10.png" ContentType="image/png"/>
  <Override PartName="/ppt/media/image11.gif" ContentType="image/gif"/>
  <Override PartName="/ppt/media/image47.png" ContentType="image/png"/>
  <Override PartName="/ppt/media/image12.png" ContentType="image/png"/>
  <Override PartName="/ppt/media/image13.jpeg" ContentType="image/jpeg"/>
  <Override PartName="/ppt/media/image1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9.png" ContentType="image/png"/>
  <Override PartName="/ppt/media/image40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49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8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C6A178-DE57-4681-8E1A-15EF9B1A23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03963-FEEB-41C6-ACC4-62F71B0C7E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38CB95-F5FC-4E86-B20D-96D8AD2722F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46C53-1FEE-4B61-AB59-912E97D1BF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97A261-722C-4C0B-A64D-47B9540587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EBF9ED-09F0-421C-9C80-9F0C949E82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C70E81-C5B0-4AE2-9976-031D798B4F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30650F-004C-4F2B-9118-EE4CB0F6262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86837B-34C8-4FD0-BE4D-1D030F451B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1A5B46-CB50-4EA7-B63D-51DDA23CA1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7E34C1-2D00-434A-AD17-E9ACF204C5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9;p2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59" name="Google Shape;10;p2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60" name="Google Shape;11;p2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" name="Google Shape;12;p2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" name="Google Shape;13;p2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3" name="Google Shape;14;p2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4" name="Google Shape;15;p2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" name="Google Shape;16;p2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" name="Google Shape;17;p2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7" name="Google Shape;18;p2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8" name="Google Shape;19;p2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9" name="Google Shape;20;p2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0" name="Google Shape;21;p2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" name="Google Shape;22;p2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" name="Google Shape;23;p2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3" name="Google Shape;24;p2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4" name="Google Shape;25;p2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" name="Google Shape;26;p2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" name="Google Shape;27;p2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" name="Google Shape;28;p2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8" name="Google Shape;29;p2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9" name="Google Shape;30;p2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" name="Google Shape;31;p2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" name="Google Shape;32;p2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" name="Google Shape;33;p2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3" name="Google Shape;34;p2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4" name="Google Shape;35;p2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85" name="Google Shape;36;p2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6" name="Google Shape;37;p2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7" name="Google Shape;38;p2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" name="Google Shape;39;p2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9" name="Google Shape;40;p2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0" name="Google Shape;41;p2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1" name="Google Shape;42;p2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" name="Google Shape;43;p2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3" name="Google Shape;44;p2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4" name="Google Shape;45;p2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5" name="Google Shape;46;p2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6" name="Google Shape;47;p2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7" name="Google Shape;48;p2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98" name="Google Shape;49;p2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99" name="Google Shape;50;p2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51;p2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Google Shape;52;p2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53;p2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" name="Google Shape;54;p2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104" name="Google Shape;55;p2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05" name="Google Shape;56;p2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57;p2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855080" y="1845000"/>
            <a:ext cx="8481600" cy="227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6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 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422;p11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09" name="Google Shape;423;p11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10" name="Google Shape;424;p11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" name="Google Shape;425;p11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" name="Google Shape;426;p11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3" name="Google Shape;427;p11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4" name="Google Shape;428;p11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5" name="Google Shape;429;p11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" name="Google Shape;430;p11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" name="Google Shape;431;p11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8" name="Google Shape;432;p11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9" name="Google Shape;433;p11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" name="Google Shape;434;p11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" name="Google Shape;435;p11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" name="Google Shape;436;p11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3" name="Google Shape;437;p11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4" name="Google Shape;438;p11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" name="Google Shape;439;p11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" name="Google Shape;440;p11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" name="Google Shape;441;p11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8" name="Google Shape;442;p11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9" name="Google Shape;443;p11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" name="Google Shape;444;p11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" name="Google Shape;445;p11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2" name="Google Shape;446;p11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3" name="Google Shape;447;p11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4" name="Google Shape;448;p11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35" name="Google Shape;449;p11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6" name="Google Shape;450;p11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" name="Google Shape;451;p11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8" name="Google Shape;452;p11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9" name="Google Shape;453;p11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0" name="Google Shape;454;p11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1" name="Google Shape;455;p11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" name="Google Shape;456;p11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3" name="Google Shape;457;p11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4" name="Google Shape;458;p11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5" name="Google Shape;459;p11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6" name="Google Shape;460;p11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" name="Google Shape;461;p11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48" name="Google Shape;462;p11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149" name="Google Shape;463;p11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464;p11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465;p11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466;p11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3" name="Google Shape;467;p11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154" name="Google Shape;468;p11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55" name="Google Shape;469;p11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56" name="Google Shape;470;p11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2942280" y="2040120"/>
            <a:ext cx="6307200" cy="16459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8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 of conten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475;p13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59" name="Google Shape;476;p13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60" name="Google Shape;477;p13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1" name="Google Shape;478;p13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2" name="Google Shape;479;p13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3" name="Google Shape;480;p13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4" name="Google Shape;481;p13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5" name="Google Shape;482;p13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6" name="Google Shape;483;p13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7" name="Google Shape;484;p13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8" name="Google Shape;485;p13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69" name="Google Shape;486;p13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0" name="Google Shape;487;p13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1" name="Google Shape;488;p13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2" name="Google Shape;489;p13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3" name="Google Shape;490;p13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4" name="Google Shape;491;p13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5" name="Google Shape;492;p13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6" name="Google Shape;493;p13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7" name="Google Shape;494;p13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8" name="Google Shape;495;p13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79" name="Google Shape;496;p13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80" name="Google Shape;497;p13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81" name="Google Shape;498;p13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82" name="Google Shape;499;p13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83" name="Google Shape;500;p13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84" name="Google Shape;501;p13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85" name="Google Shape;502;p13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86" name="Google Shape;503;p13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87" name="Google Shape;504;p13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88" name="Google Shape;505;p13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89" name="Google Shape;506;p13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0" name="Google Shape;507;p13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1" name="Google Shape;508;p13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2" name="Google Shape;509;p13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3" name="Google Shape;510;p13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4" name="Google Shape;511;p13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5" name="Google Shape;512;p13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6" name="Google Shape;513;p13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97" name="Google Shape;514;p13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98" name="Google Shape;515;p13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199" name="Google Shape;516;p13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0" name="Google Shape;517;p13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201" name="Google Shape;518;p13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02" name="Google Shape;519;p13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03" name="Google Shape;520;p13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title"/>
          </p:nvPr>
        </p:nvSpPr>
        <p:spPr>
          <a:xfrm>
            <a:off x="2191680" y="1778760"/>
            <a:ext cx="979200" cy="5965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title"/>
          </p:nvPr>
        </p:nvSpPr>
        <p:spPr>
          <a:xfrm>
            <a:off x="2191680" y="4088880"/>
            <a:ext cx="979200" cy="5965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title"/>
          </p:nvPr>
        </p:nvSpPr>
        <p:spPr>
          <a:xfrm>
            <a:off x="5473440" y="1778760"/>
            <a:ext cx="979200" cy="5965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title"/>
          </p:nvPr>
        </p:nvSpPr>
        <p:spPr>
          <a:xfrm>
            <a:off x="5473440" y="4088880"/>
            <a:ext cx="979200" cy="5965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 type="title"/>
          </p:nvPr>
        </p:nvSpPr>
        <p:spPr>
          <a:xfrm>
            <a:off x="8754840" y="1778760"/>
            <a:ext cx="979200" cy="5965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 type="title"/>
          </p:nvPr>
        </p:nvSpPr>
        <p:spPr>
          <a:xfrm>
            <a:off x="8754840" y="4088880"/>
            <a:ext cx="979200" cy="5965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541;p14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212" name="Google Shape;542;p14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213" name="Google Shape;543;p14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14" name="Google Shape;544;p14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15" name="Google Shape;545;p14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16" name="Google Shape;546;p14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17" name="Google Shape;547;p14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18" name="Google Shape;548;p14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19" name="Google Shape;549;p14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0" name="Google Shape;550;p14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1" name="Google Shape;551;p14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2" name="Google Shape;552;p14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3" name="Google Shape;553;p14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4" name="Google Shape;554;p14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5" name="Google Shape;555;p14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6" name="Google Shape;556;p14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7" name="Google Shape;557;p14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8" name="Google Shape;558;p14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29" name="Google Shape;559;p14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0" name="Google Shape;560;p14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1" name="Google Shape;561;p14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2" name="Google Shape;562;p14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3" name="Google Shape;563;p14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4" name="Google Shape;564;p14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5" name="Google Shape;565;p14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6" name="Google Shape;566;p14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37" name="Google Shape;567;p14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238" name="Google Shape;568;p14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39" name="Google Shape;569;p14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0" name="Google Shape;570;p14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1" name="Google Shape;571;p14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2" name="Google Shape;572;p14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3" name="Google Shape;573;p14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4" name="Google Shape;574;p14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5" name="Google Shape;575;p14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6" name="Google Shape;576;p14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7" name="Google Shape;577;p14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8" name="Google Shape;578;p14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49" name="Google Shape;579;p14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50" name="Google Shape;580;p14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251" name="Google Shape;581;p14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252" name="Google Shape;582;p14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583;p14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4" name="Google Shape;584;p14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255" name="Google Shape;585;p14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56" name="Google Shape;586;p14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57" name="Google Shape;587;p14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590;p15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260" name="Google Shape;591;p15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261" name="Google Shape;592;p15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2" name="Google Shape;593;p15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3" name="Google Shape;594;p15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4" name="Google Shape;595;p15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5" name="Google Shape;596;p15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6" name="Google Shape;597;p15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7" name="Google Shape;598;p15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8" name="Google Shape;599;p15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69" name="Google Shape;600;p15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0" name="Google Shape;601;p15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1" name="Google Shape;602;p15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2" name="Google Shape;603;p15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3" name="Google Shape;604;p15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4" name="Google Shape;605;p15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5" name="Google Shape;606;p15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6" name="Google Shape;607;p15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7" name="Google Shape;608;p15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8" name="Google Shape;609;p15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79" name="Google Shape;610;p15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80" name="Google Shape;611;p15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81" name="Google Shape;612;p15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82" name="Google Shape;613;p15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83" name="Google Shape;614;p15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84" name="Google Shape;615;p15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285" name="Google Shape;616;p15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286" name="Google Shape;617;p15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87" name="Google Shape;618;p15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88" name="Google Shape;619;p15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89" name="Google Shape;620;p15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0" name="Google Shape;621;p15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1" name="Google Shape;622;p15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2" name="Google Shape;623;p15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3" name="Google Shape;624;p15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4" name="Google Shape;625;p15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5" name="Google Shape;626;p15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6" name="Google Shape;627;p15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7" name="Google Shape;628;p15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298" name="Google Shape;629;p15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299" name="Google Shape;630;p15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300" name="Google Shape;631;p15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301" name="Google Shape;632;p15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02" name="Google Shape;633;p15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3" name="Google Shape;634;p15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304" name="Google Shape;635;p15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Google Shape;636;p15"/>
            <p:cNvSpPr/>
            <p:nvPr/>
          </p:nvSpPr>
          <p:spPr>
            <a:xfrm rot="5400000">
              <a:off x="11251080" y="353160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Google Shape;637;p15"/>
            <p:cNvSpPr/>
            <p:nvPr/>
          </p:nvSpPr>
          <p:spPr>
            <a:xfrm rot="5400000">
              <a:off x="11262960" y="4619520"/>
              <a:ext cx="92880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640;p16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309" name="Google Shape;641;p16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310" name="Google Shape;642;p16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1" name="Google Shape;643;p16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2" name="Google Shape;644;p16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3" name="Google Shape;645;p16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4" name="Google Shape;646;p16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5" name="Google Shape;647;p16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6" name="Google Shape;648;p16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7" name="Google Shape;649;p16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8" name="Google Shape;650;p16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19" name="Google Shape;651;p16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0" name="Google Shape;652;p16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1" name="Google Shape;653;p16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2" name="Google Shape;654;p16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3" name="Google Shape;655;p16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4" name="Google Shape;656;p16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5" name="Google Shape;657;p16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6" name="Google Shape;658;p16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7" name="Google Shape;659;p16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8" name="Google Shape;660;p16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29" name="Google Shape;661;p16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30" name="Google Shape;662;p16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31" name="Google Shape;663;p16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32" name="Google Shape;664;p16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33" name="Google Shape;665;p16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34" name="Google Shape;666;p16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335" name="Google Shape;667;p16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36" name="Google Shape;668;p16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37" name="Google Shape;669;p16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38" name="Google Shape;670;p16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39" name="Google Shape;671;p16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0" name="Google Shape;672;p16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1" name="Google Shape;673;p16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2" name="Google Shape;674;p16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3" name="Google Shape;675;p16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4" name="Google Shape;676;p16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5" name="Google Shape;677;p16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6" name="Google Shape;678;p16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47" name="Google Shape;679;p16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348" name="Google Shape;680;p16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349" name="Google Shape;681;p16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350" name="Google Shape;682;p16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51" name="Google Shape;683;p16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52" name="Google Shape;684;p16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353" name="Google Shape;685;p16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510280" y="4193280"/>
            <a:ext cx="7170840" cy="88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689;p17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356" name="Google Shape;690;p17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357" name="Google Shape;691;p17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58" name="Google Shape;692;p17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59" name="Google Shape;693;p17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0" name="Google Shape;694;p17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1" name="Google Shape;695;p17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2" name="Google Shape;696;p17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3" name="Google Shape;697;p17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4" name="Google Shape;698;p17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5" name="Google Shape;699;p17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6" name="Google Shape;700;p17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7" name="Google Shape;701;p17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8" name="Google Shape;702;p17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69" name="Google Shape;703;p17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0" name="Google Shape;704;p17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1" name="Google Shape;705;p17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2" name="Google Shape;706;p17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3" name="Google Shape;707;p17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4" name="Google Shape;708;p17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5" name="Google Shape;709;p17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6" name="Google Shape;710;p17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7" name="Google Shape;711;p17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8" name="Google Shape;712;p17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79" name="Google Shape;713;p17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80" name="Google Shape;714;p17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381" name="Google Shape;715;p17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382" name="Google Shape;716;p17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3" name="Google Shape;717;p17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4" name="Google Shape;718;p17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5" name="Google Shape;719;p17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6" name="Google Shape;720;p17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7" name="Google Shape;721;p17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8" name="Google Shape;722;p17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89" name="Google Shape;723;p17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90" name="Google Shape;724;p17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91" name="Google Shape;725;p17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92" name="Google Shape;726;p17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93" name="Google Shape;727;p17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394" name="Google Shape;728;p17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395" name="Google Shape;729;p17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396" name="Google Shape;730;p17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397" name="Google Shape;731;p17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98" name="Google Shape;732;p17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99" name="Google Shape;733;p17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400" name="Google Shape;734;p17"/>
            <p:cNvSpPr/>
            <p:nvPr/>
          </p:nvSpPr>
          <p:spPr>
            <a:xfrm rot="5400000">
              <a:off x="11251080" y="437976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735;p17"/>
            <p:cNvSpPr/>
            <p:nvPr/>
          </p:nvSpPr>
          <p:spPr>
            <a:xfrm rot="5400000">
              <a:off x="11262960" y="5467680"/>
              <a:ext cx="92880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525560" y="2598840"/>
            <a:ext cx="5947200" cy="99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title"/>
          </p:nvPr>
        </p:nvSpPr>
        <p:spPr>
          <a:xfrm>
            <a:off x="1773360" y="2834640"/>
            <a:ext cx="2202480" cy="122076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8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740;p18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405" name="Google Shape;741;p18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406" name="Google Shape;742;p18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07" name="Google Shape;743;p18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08" name="Google Shape;744;p18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09" name="Google Shape;745;p18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0" name="Google Shape;746;p18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1" name="Google Shape;747;p18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2" name="Google Shape;748;p18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3" name="Google Shape;749;p18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4" name="Google Shape;750;p18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5" name="Google Shape;751;p18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6" name="Google Shape;752;p18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7" name="Google Shape;753;p18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8" name="Google Shape;754;p18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19" name="Google Shape;755;p18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0" name="Google Shape;756;p18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1" name="Google Shape;757;p18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2" name="Google Shape;758;p18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3" name="Google Shape;759;p18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4" name="Google Shape;760;p18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5" name="Google Shape;761;p18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6" name="Google Shape;762;p18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7" name="Google Shape;763;p18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8" name="Google Shape;764;p18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29" name="Google Shape;765;p18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30" name="Google Shape;766;p18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431" name="Google Shape;767;p18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2" name="Google Shape;768;p18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3" name="Google Shape;769;p18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4" name="Google Shape;770;p18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5" name="Google Shape;771;p18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6" name="Google Shape;772;p18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7" name="Google Shape;773;p18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8" name="Google Shape;774;p18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39" name="Google Shape;775;p18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40" name="Google Shape;776;p18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41" name="Google Shape;777;p18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42" name="Google Shape;778;p18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43" name="Google Shape;779;p18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444" name="Google Shape;780;p18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445" name="Google Shape;781;p18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Google Shape;782;p18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Google Shape;783;p18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8" name="Google Shape;784;p18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449" name="Google Shape;785;p18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50" name="Google Shape;786;p18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51" name="Google Shape;787;p18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1899720" y="1305720"/>
            <a:ext cx="3879720" cy="275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412320" y="1418040"/>
            <a:ext cx="3879720" cy="40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792;p19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455" name="Google Shape;793;p19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456" name="Google Shape;794;p19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57" name="Google Shape;795;p19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58" name="Google Shape;796;p19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59" name="Google Shape;797;p19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0" name="Google Shape;798;p19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1" name="Google Shape;799;p19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2" name="Google Shape;800;p19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3" name="Google Shape;801;p19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4" name="Google Shape;802;p19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5" name="Google Shape;803;p19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6" name="Google Shape;804;p19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7" name="Google Shape;805;p19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8" name="Google Shape;806;p19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69" name="Google Shape;807;p19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0" name="Google Shape;808;p19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1" name="Google Shape;809;p19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2" name="Google Shape;810;p19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3" name="Google Shape;811;p19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4" name="Google Shape;812;p19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5" name="Google Shape;813;p19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6" name="Google Shape;814;p19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7" name="Google Shape;815;p19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8" name="Google Shape;816;p19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79" name="Google Shape;817;p19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480" name="Google Shape;818;p19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481" name="Google Shape;819;p19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2" name="Google Shape;820;p19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3" name="Google Shape;821;p19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4" name="Google Shape;822;p19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5" name="Google Shape;823;p19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6" name="Google Shape;824;p19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7" name="Google Shape;825;p19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8" name="Google Shape;826;p19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89" name="Google Shape;827;p19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90" name="Google Shape;828;p19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91" name="Google Shape;829;p19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92" name="Google Shape;830;p19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493" name="Google Shape;831;p19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494" name="Google Shape;832;p19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495" name="Google Shape;833;p19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Google Shape;834;p19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7" name="Google Shape;835;p19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498" name="Google Shape;836;p19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99" name="Google Shape;837;p19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500" name="Google Shape;838;p19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662120" y="1953360"/>
            <a:ext cx="3447720" cy="141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842;p20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503" name="Google Shape;843;p20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504" name="Google Shape;844;p20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05" name="Google Shape;845;p20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06" name="Google Shape;846;p20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07" name="Google Shape;847;p20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08" name="Google Shape;848;p20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09" name="Google Shape;849;p20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0" name="Google Shape;850;p20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1" name="Google Shape;851;p20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2" name="Google Shape;852;p20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3" name="Google Shape;853;p20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4" name="Google Shape;854;p20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5" name="Google Shape;855;p20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6" name="Google Shape;856;p20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7" name="Google Shape;857;p20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8" name="Google Shape;858;p20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19" name="Google Shape;859;p20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0" name="Google Shape;860;p20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1" name="Google Shape;861;p20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2" name="Google Shape;862;p20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3" name="Google Shape;863;p20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4" name="Google Shape;864;p20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5" name="Google Shape;865;p20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6" name="Google Shape;866;p20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7" name="Google Shape;867;p20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28" name="Google Shape;868;p20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529" name="Google Shape;869;p20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0" name="Google Shape;870;p20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1" name="Google Shape;871;p20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2" name="Google Shape;872;p20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3" name="Google Shape;873;p20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4" name="Google Shape;874;p20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5" name="Google Shape;875;p20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6" name="Google Shape;876;p20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7" name="Google Shape;877;p20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8" name="Google Shape;878;p20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39" name="Google Shape;879;p20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40" name="Google Shape;880;p20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41" name="Google Shape;881;p20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542" name="Google Shape;882;p20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543" name="Google Shape;883;p20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Google Shape;884;p20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Google Shape;885;p20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6" name="Google Shape;886;p20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547" name="Google Shape;887;p20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48" name="Google Shape;888;p20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549" name="Google Shape;889;p20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7057080" y="2001600"/>
            <a:ext cx="3472560" cy="14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3859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859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61;p3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552" name="Google Shape;62;p3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553" name="Google Shape;63;p3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54" name="Google Shape;64;p3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55" name="Google Shape;65;p3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56" name="Google Shape;66;p3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57" name="Google Shape;67;p3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58" name="Google Shape;68;p3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59" name="Google Shape;69;p3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0" name="Google Shape;70;p3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1" name="Google Shape;71;p3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2" name="Google Shape;72;p3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3" name="Google Shape;73;p3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4" name="Google Shape;74;p3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5" name="Google Shape;75;p3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6" name="Google Shape;76;p3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7" name="Google Shape;77;p3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8" name="Google Shape;78;p3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69" name="Google Shape;79;p3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0" name="Google Shape;80;p3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1" name="Google Shape;81;p3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2" name="Google Shape;82;p3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3" name="Google Shape;83;p3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4" name="Google Shape;84;p3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5" name="Google Shape;85;p3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6" name="Google Shape;86;p3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577" name="Google Shape;87;p3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578" name="Google Shape;88;p3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79" name="Google Shape;89;p3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0" name="Google Shape;90;p3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1" name="Google Shape;91;p3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2" name="Google Shape;92;p3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3" name="Google Shape;93;p3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4" name="Google Shape;94;p3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5" name="Google Shape;95;p3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6" name="Google Shape;96;p3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7" name="Google Shape;97;p3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8" name="Google Shape;98;p3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89" name="Google Shape;99;p3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590" name="Google Shape;100;p3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591" name="Google Shape;101;p3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592" name="Google Shape;102;p3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593" name="Google Shape;103;p3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94" name="Google Shape;104;p3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595" name="Google Shape;105;p3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596" name="Google Shape;106;p3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Google Shape;107;p3"/>
            <p:cNvSpPr/>
            <p:nvPr/>
          </p:nvSpPr>
          <p:spPr>
            <a:xfrm rot="5400000">
              <a:off x="11262960" y="2443680"/>
              <a:ext cx="92880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2717640" y="3223800"/>
            <a:ext cx="6756480" cy="122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666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66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title"/>
          </p:nvPr>
        </p:nvSpPr>
        <p:spPr>
          <a:xfrm>
            <a:off x="4994640" y="1744200"/>
            <a:ext cx="2202480" cy="122076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8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s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893;p21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601" name="Google Shape;894;p21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602" name="Google Shape;895;p21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3" name="Google Shape;896;p21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4" name="Google Shape;897;p21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5" name="Google Shape;898;p21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6" name="Google Shape;899;p21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7" name="Google Shape;900;p21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8" name="Google Shape;901;p21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09" name="Google Shape;902;p21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0" name="Google Shape;903;p21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1" name="Google Shape;904;p21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2" name="Google Shape;905;p21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3" name="Google Shape;906;p21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4" name="Google Shape;907;p21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5" name="Google Shape;908;p21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6" name="Google Shape;909;p21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7" name="Google Shape;910;p21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8" name="Google Shape;911;p21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19" name="Google Shape;912;p21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0" name="Google Shape;913;p21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1" name="Google Shape;914;p21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2" name="Google Shape;915;p21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3" name="Google Shape;916;p21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4" name="Google Shape;917;p21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5" name="Google Shape;918;p21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26" name="Google Shape;919;p21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627" name="Google Shape;920;p21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28" name="Google Shape;921;p21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29" name="Google Shape;922;p21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0" name="Google Shape;923;p21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1" name="Google Shape;924;p21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2" name="Google Shape;925;p21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3" name="Google Shape;926;p21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4" name="Google Shape;927;p21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5" name="Google Shape;928;p21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6" name="Google Shape;929;p21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7" name="Google Shape;930;p21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8" name="Google Shape;931;p21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39" name="Google Shape;932;p21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640" name="Google Shape;933;p21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641" name="Google Shape;934;p21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Google Shape;935;p21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3" name="Google Shape;936;p21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644" name="Google Shape;937;p21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645" name="Google Shape;938;p21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646" name="Google Shape;939;p21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s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946;p22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649" name="Google Shape;947;p22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650" name="Google Shape;948;p22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1" name="Google Shape;949;p22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2" name="Google Shape;950;p22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3" name="Google Shape;951;p22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4" name="Google Shape;952;p22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5" name="Google Shape;953;p22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6" name="Google Shape;954;p22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7" name="Google Shape;955;p22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8" name="Google Shape;956;p22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59" name="Google Shape;957;p22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0" name="Google Shape;958;p22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1" name="Google Shape;959;p22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2" name="Google Shape;960;p22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3" name="Google Shape;961;p22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4" name="Google Shape;962;p22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5" name="Google Shape;963;p22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6" name="Google Shape;964;p22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7" name="Google Shape;965;p22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8" name="Google Shape;966;p22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69" name="Google Shape;967;p22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70" name="Google Shape;968;p22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71" name="Google Shape;969;p22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72" name="Google Shape;970;p22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73" name="Google Shape;971;p22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674" name="Google Shape;972;p22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675" name="Google Shape;973;p22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76" name="Google Shape;974;p22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77" name="Google Shape;975;p22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78" name="Google Shape;976;p22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79" name="Google Shape;977;p22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0" name="Google Shape;978;p22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1" name="Google Shape;979;p22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2" name="Google Shape;980;p22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3" name="Google Shape;981;p22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4" name="Google Shape;982;p22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5" name="Google Shape;983;p22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6" name="Google Shape;984;p22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687" name="Google Shape;985;p22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688" name="Google Shape;986;p22"/>
          <p:cNvGrpSpPr/>
          <p:nvPr/>
        </p:nvGrpSpPr>
        <p:grpSpPr>
          <a:xfrm>
            <a:off x="366840" y="396720"/>
            <a:ext cx="11207880" cy="6383880"/>
            <a:chOff x="366840" y="396720"/>
            <a:chExt cx="11207880" cy="6383880"/>
          </a:xfrm>
        </p:grpSpPr>
        <p:grpSp>
          <p:nvGrpSpPr>
            <p:cNvPr id="689" name="Google Shape;987;p22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690" name="Google Shape;988;p22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691" name="Google Shape;989;p22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692" name="Google Shape;990;p22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93" name="Google Shape;991;p22"/>
            <p:cNvSpPr/>
            <p:nvPr/>
          </p:nvSpPr>
          <p:spPr>
            <a:xfrm flipH="1" rot="10800000">
              <a:off x="1262880" y="6476040"/>
              <a:ext cx="2162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Google Shape;992;p22"/>
            <p:cNvSpPr/>
            <p:nvPr/>
          </p:nvSpPr>
          <p:spPr>
            <a:xfrm flipH="1" rot="10800000">
              <a:off x="3744000" y="6476040"/>
              <a:ext cx="2162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Google Shape;993;p22"/>
            <p:cNvSpPr/>
            <p:nvPr/>
          </p:nvSpPr>
          <p:spPr>
            <a:xfrm flipH="1" rot="10800000">
              <a:off x="6225120" y="6476040"/>
              <a:ext cx="2162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Google Shape;994;p22"/>
            <p:cNvSpPr/>
            <p:nvPr/>
          </p:nvSpPr>
          <p:spPr>
            <a:xfrm flipH="1" rot="10800000">
              <a:off x="8705880" y="6476040"/>
              <a:ext cx="2162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7" name="Google Shape;995;p22"/>
          <p:cNvSpPr/>
          <p:nvPr/>
        </p:nvSpPr>
        <p:spPr>
          <a:xfrm>
            <a:off x="1262520" y="155520"/>
            <a:ext cx="216252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996;p22"/>
          <p:cNvSpPr/>
          <p:nvPr/>
        </p:nvSpPr>
        <p:spPr>
          <a:xfrm>
            <a:off x="3743640" y="155520"/>
            <a:ext cx="216252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9" name="Google Shape;997;p22"/>
          <p:cNvSpPr/>
          <p:nvPr/>
        </p:nvSpPr>
        <p:spPr>
          <a:xfrm>
            <a:off x="6224760" y="155520"/>
            <a:ext cx="216252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998;p22"/>
          <p:cNvSpPr/>
          <p:nvPr/>
        </p:nvSpPr>
        <p:spPr>
          <a:xfrm>
            <a:off x="8705520" y="155520"/>
            <a:ext cx="216252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s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1003;p23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703" name="Google Shape;1004;p23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704" name="Google Shape;1005;p23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05" name="Google Shape;1006;p23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06" name="Google Shape;1007;p23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07" name="Google Shape;1008;p23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08" name="Google Shape;1009;p23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09" name="Google Shape;1010;p23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0" name="Google Shape;1011;p23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1" name="Google Shape;1012;p23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2" name="Google Shape;1013;p23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3" name="Google Shape;1014;p23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4" name="Google Shape;1015;p23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5" name="Google Shape;1016;p23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6" name="Google Shape;1017;p23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7" name="Google Shape;1018;p23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8" name="Google Shape;1019;p23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19" name="Google Shape;1020;p23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0" name="Google Shape;1021;p23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1" name="Google Shape;1022;p23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2" name="Google Shape;1023;p23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3" name="Google Shape;1024;p23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4" name="Google Shape;1025;p23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5" name="Google Shape;1026;p23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6" name="Google Shape;1027;p23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7" name="Google Shape;1028;p23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28" name="Google Shape;1029;p23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729" name="Google Shape;1030;p23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0" name="Google Shape;1031;p23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1" name="Google Shape;1032;p23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2" name="Google Shape;1033;p23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3" name="Google Shape;1034;p23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4" name="Google Shape;1035;p23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5" name="Google Shape;1036;p23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6" name="Google Shape;1037;p23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7" name="Google Shape;1038;p23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8" name="Google Shape;1039;p23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39" name="Google Shape;1040;p23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40" name="Google Shape;1041;p23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41" name="Google Shape;1042;p23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742" name="Google Shape;1043;p23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743" name="Google Shape;1044;p23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Google Shape;1045;p23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Google Shape;1046;p23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6" name="Google Shape;1047;p23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747" name="Google Shape;1048;p23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748" name="Google Shape;1049;p23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749" name="Google Shape;1050;p23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hree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1" name="Google Shape;1057;p24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752" name="Google Shape;1058;p24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753" name="Google Shape;1059;p24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4" name="Google Shape;1060;p24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5" name="Google Shape;1061;p24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6" name="Google Shape;1062;p24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7" name="Google Shape;1063;p24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8" name="Google Shape;1064;p24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59" name="Google Shape;1065;p24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0" name="Google Shape;1066;p24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1" name="Google Shape;1067;p24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2" name="Google Shape;1068;p24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3" name="Google Shape;1069;p24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4" name="Google Shape;1070;p24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5" name="Google Shape;1071;p24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6" name="Google Shape;1072;p24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7" name="Google Shape;1073;p24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8" name="Google Shape;1074;p24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69" name="Google Shape;1075;p24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0" name="Google Shape;1076;p24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1" name="Google Shape;1077;p24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2" name="Google Shape;1078;p24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3" name="Google Shape;1079;p24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4" name="Google Shape;1080;p24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5" name="Google Shape;1081;p24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6" name="Google Shape;1082;p24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777" name="Google Shape;1083;p24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778" name="Google Shape;1084;p24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79" name="Google Shape;1085;p24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0" name="Google Shape;1086;p24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1" name="Google Shape;1087;p24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2" name="Google Shape;1088;p24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3" name="Google Shape;1089;p24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4" name="Google Shape;1090;p24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5" name="Google Shape;1091;p24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6" name="Google Shape;1092;p24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7" name="Google Shape;1093;p24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8" name="Google Shape;1094;p24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89" name="Google Shape;1095;p24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790" name="Google Shape;1096;p24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791" name="Google Shape;1097;p24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792" name="Google Shape;1098;p24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" name="Google Shape;1099;p24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4" name="Google Shape;1100;p24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795" name="Google Shape;1101;p24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796" name="Google Shape;1102;p24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797" name="Google Shape;1103;p24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four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1112;p25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800" name="Google Shape;1113;p25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801" name="Google Shape;1114;p25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2" name="Google Shape;1115;p25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3" name="Google Shape;1116;p25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4" name="Google Shape;1117;p25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5" name="Google Shape;1118;p25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6" name="Google Shape;1119;p25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7" name="Google Shape;1120;p25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8" name="Google Shape;1121;p25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09" name="Google Shape;1122;p25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0" name="Google Shape;1123;p25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1" name="Google Shape;1124;p25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2" name="Google Shape;1125;p25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3" name="Google Shape;1126;p25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4" name="Google Shape;1127;p25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5" name="Google Shape;1128;p25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6" name="Google Shape;1129;p25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7" name="Google Shape;1130;p25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8" name="Google Shape;1131;p25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19" name="Google Shape;1132;p25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0" name="Google Shape;1133;p25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1" name="Google Shape;1134;p25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2" name="Google Shape;1135;p25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3" name="Google Shape;1136;p25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4" name="Google Shape;1137;p25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25" name="Google Shape;1138;p25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826" name="Google Shape;1139;p25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27" name="Google Shape;1140;p25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28" name="Google Shape;1141;p25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29" name="Google Shape;1142;p25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0" name="Google Shape;1143;p25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1" name="Google Shape;1144;p25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2" name="Google Shape;1145;p25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3" name="Google Shape;1146;p25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4" name="Google Shape;1147;p25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5" name="Google Shape;1148;p25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6" name="Google Shape;1149;p25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7" name="Google Shape;1150;p25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38" name="Google Shape;1151;p25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839" name="Google Shape;1152;p25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840" name="Google Shape;1153;p25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Google Shape;1154;p25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2" name="Google Shape;1155;p25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843" name="Google Shape;1156;p25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844" name="Google Shape;1157;p25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45" name="Google Shape;1158;p25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ix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1169;p26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848" name="Google Shape;1170;p26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849" name="Google Shape;1171;p26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0" name="Google Shape;1172;p26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1" name="Google Shape;1173;p26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2" name="Google Shape;1174;p26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3" name="Google Shape;1175;p26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4" name="Google Shape;1176;p26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5" name="Google Shape;1177;p26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6" name="Google Shape;1178;p26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7" name="Google Shape;1179;p26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8" name="Google Shape;1180;p26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59" name="Google Shape;1181;p26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0" name="Google Shape;1182;p26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1" name="Google Shape;1183;p26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2" name="Google Shape;1184;p26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3" name="Google Shape;1185;p26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4" name="Google Shape;1186;p26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5" name="Google Shape;1187;p26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6" name="Google Shape;1188;p26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7" name="Google Shape;1189;p26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8" name="Google Shape;1190;p26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69" name="Google Shape;1191;p26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70" name="Google Shape;1192;p26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71" name="Google Shape;1193;p26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72" name="Google Shape;1194;p26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73" name="Google Shape;1195;p26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874" name="Google Shape;1196;p26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75" name="Google Shape;1197;p26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76" name="Google Shape;1198;p26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77" name="Google Shape;1199;p26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78" name="Google Shape;1200;p26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79" name="Google Shape;1201;p26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0" name="Google Shape;1202;p26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1" name="Google Shape;1203;p26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2" name="Google Shape;1204;p26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3" name="Google Shape;1205;p26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4" name="Google Shape;1206;p26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5" name="Google Shape;1207;p26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886" name="Google Shape;1208;p26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887" name="Google Shape;1209;p26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888" name="Google Shape;1210;p26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Google Shape;1211;p26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oogle Shape;1212;p26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891" name="Google Shape;1213;p26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892" name="Google Shape;1214;p26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93" name="Google Shape;1215;p26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eight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5" name="Google Shape;1230;p27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896" name="Google Shape;1231;p27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897" name="Google Shape;1232;p27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98" name="Google Shape;1233;p27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899" name="Google Shape;1234;p27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0" name="Google Shape;1235;p27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1" name="Google Shape;1236;p27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2" name="Google Shape;1237;p27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3" name="Google Shape;1238;p27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4" name="Google Shape;1239;p27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5" name="Google Shape;1240;p27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6" name="Google Shape;1241;p27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7" name="Google Shape;1242;p27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8" name="Google Shape;1243;p27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09" name="Google Shape;1244;p27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0" name="Google Shape;1245;p27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1" name="Google Shape;1246;p27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2" name="Google Shape;1247;p27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3" name="Google Shape;1248;p27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4" name="Google Shape;1249;p27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5" name="Google Shape;1250;p27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6" name="Google Shape;1251;p27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7" name="Google Shape;1252;p27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8" name="Google Shape;1253;p27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19" name="Google Shape;1254;p27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20" name="Google Shape;1255;p27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21" name="Google Shape;1256;p27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922" name="Google Shape;1257;p27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3" name="Google Shape;1258;p27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4" name="Google Shape;1259;p27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5" name="Google Shape;1260;p27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6" name="Google Shape;1261;p27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7" name="Google Shape;1262;p27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8" name="Google Shape;1263;p27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29" name="Google Shape;1264;p27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30" name="Google Shape;1265;p27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31" name="Google Shape;1266;p27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32" name="Google Shape;1267;p27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33" name="Google Shape;1268;p27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34" name="Google Shape;1269;p27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935" name="Google Shape;1270;p27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936" name="Google Shape;1271;p27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937" name="Google Shape;1272;p27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938" name="Google Shape;1273;p27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39" name="Google Shape;1274;p27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40" name="Google Shape;1275;p27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Google Shape;1276;p27"/>
            <p:cNvSpPr/>
            <p:nvPr/>
          </p:nvSpPr>
          <p:spPr>
            <a:xfrm rot="5400000">
              <a:off x="11262960" y="2443680"/>
              <a:ext cx="92880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2" name="PlaceHolder 1"/>
          <p:cNvSpPr>
            <a:spLocks noGrp="1"/>
          </p:cNvSpPr>
          <p:nvPr>
            <p:ph type="title"/>
          </p:nvPr>
        </p:nvSpPr>
        <p:spPr>
          <a:xfrm>
            <a:off x="951120" y="719280"/>
            <a:ext cx="10289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2"/>
          <p:cNvSpPr>
            <a:spLocks noGrp="1"/>
          </p:cNvSpPr>
          <p:nvPr>
            <p:ph type="title"/>
          </p:nvPr>
        </p:nvSpPr>
        <p:spPr>
          <a:xfrm>
            <a:off x="1041120" y="195336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title"/>
          </p:nvPr>
        </p:nvSpPr>
        <p:spPr>
          <a:xfrm>
            <a:off x="1041120" y="294408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4"/>
          <p:cNvSpPr>
            <a:spLocks noGrp="1"/>
          </p:cNvSpPr>
          <p:nvPr>
            <p:ph type="title"/>
          </p:nvPr>
        </p:nvSpPr>
        <p:spPr>
          <a:xfrm>
            <a:off x="1041120" y="393444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5"/>
          <p:cNvSpPr>
            <a:spLocks noGrp="1"/>
          </p:cNvSpPr>
          <p:nvPr>
            <p:ph type="title"/>
          </p:nvPr>
        </p:nvSpPr>
        <p:spPr>
          <a:xfrm>
            <a:off x="1041120" y="492516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6"/>
          <p:cNvSpPr>
            <a:spLocks noGrp="1"/>
          </p:cNvSpPr>
          <p:nvPr>
            <p:ph type="title"/>
          </p:nvPr>
        </p:nvSpPr>
        <p:spPr>
          <a:xfrm>
            <a:off x="6210000" y="195336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7"/>
          <p:cNvSpPr>
            <a:spLocks noGrp="1"/>
          </p:cNvSpPr>
          <p:nvPr>
            <p:ph type="title"/>
          </p:nvPr>
        </p:nvSpPr>
        <p:spPr>
          <a:xfrm>
            <a:off x="6210000" y="294408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8"/>
          <p:cNvSpPr>
            <a:spLocks noGrp="1"/>
          </p:cNvSpPr>
          <p:nvPr>
            <p:ph type="title"/>
          </p:nvPr>
        </p:nvSpPr>
        <p:spPr>
          <a:xfrm>
            <a:off x="6210000" y="393444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9"/>
          <p:cNvSpPr>
            <a:spLocks noGrp="1"/>
          </p:cNvSpPr>
          <p:nvPr>
            <p:ph type="title"/>
          </p:nvPr>
        </p:nvSpPr>
        <p:spPr>
          <a:xfrm>
            <a:off x="6210000" y="4925160"/>
            <a:ext cx="1385280" cy="82440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0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50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s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1" name="Google Shape;1295;p28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952" name="Google Shape;1296;p28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953" name="Google Shape;1297;p28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54" name="Google Shape;1298;p28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55" name="Google Shape;1299;p28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56" name="Google Shape;1300;p28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57" name="Google Shape;1301;p28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58" name="Google Shape;1302;p28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59" name="Google Shape;1303;p28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0" name="Google Shape;1304;p28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1" name="Google Shape;1305;p28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2" name="Google Shape;1306;p28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3" name="Google Shape;1307;p28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4" name="Google Shape;1308;p28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5" name="Google Shape;1309;p28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6" name="Google Shape;1310;p28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7" name="Google Shape;1311;p28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8" name="Google Shape;1312;p28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69" name="Google Shape;1313;p28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0" name="Google Shape;1314;p28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1" name="Google Shape;1315;p28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2" name="Google Shape;1316;p28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3" name="Google Shape;1317;p28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4" name="Google Shape;1318;p28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5" name="Google Shape;1319;p28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6" name="Google Shape;1320;p28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977" name="Google Shape;1321;p28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978" name="Google Shape;1322;p28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79" name="Google Shape;1323;p28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0" name="Google Shape;1324;p28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1" name="Google Shape;1325;p28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2" name="Google Shape;1326;p28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3" name="Google Shape;1327;p28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4" name="Google Shape;1328;p28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5" name="Google Shape;1329;p28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6" name="Google Shape;1330;p28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7" name="Google Shape;1331;p28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8" name="Google Shape;1332;p28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89" name="Google Shape;1333;p28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990" name="Google Shape;1334;p28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991" name="Google Shape;1335;p28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992" name="Google Shape;1336;p28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Google Shape;1337;p28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Google Shape;1338;p28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5" name="Google Shape;1339;p28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996" name="Google Shape;1340;p28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997" name="Google Shape;1341;p28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98" name="Google Shape;1342;p28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4041000" y="1520640"/>
            <a:ext cx="4110120" cy="10249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6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2"/>
          <p:cNvSpPr>
            <a:spLocks noGrp="1"/>
          </p:cNvSpPr>
          <p:nvPr>
            <p:ph type="title"/>
          </p:nvPr>
        </p:nvSpPr>
        <p:spPr>
          <a:xfrm>
            <a:off x="1805760" y="3615840"/>
            <a:ext cx="4110120" cy="10249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6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title"/>
          </p:nvPr>
        </p:nvSpPr>
        <p:spPr>
          <a:xfrm>
            <a:off x="6275880" y="3622320"/>
            <a:ext cx="4110120" cy="1024920"/>
          </a:xfrm>
          <a:prstGeom prst="rect">
            <a:avLst/>
          </a:prstGeom>
          <a:noFill/>
          <a:ln w="19080">
            <a:solidFill>
              <a:schemeClr val="lt2"/>
            </a:solidFill>
            <a:round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6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s and tex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oogle Shape;1350;p29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003" name="Google Shape;1351;p29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004" name="Google Shape;1352;p29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05" name="Google Shape;1353;p29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06" name="Google Shape;1354;p29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07" name="Google Shape;1355;p29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08" name="Google Shape;1356;p29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09" name="Google Shape;1357;p29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0" name="Google Shape;1358;p29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1" name="Google Shape;1359;p29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2" name="Google Shape;1360;p29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3" name="Google Shape;1361;p29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4" name="Google Shape;1362;p29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5" name="Google Shape;1363;p29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6" name="Google Shape;1364;p29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7" name="Google Shape;1365;p29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8" name="Google Shape;1366;p29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19" name="Google Shape;1367;p29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0" name="Google Shape;1368;p29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1" name="Google Shape;1369;p29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2" name="Google Shape;1370;p29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3" name="Google Shape;1371;p29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4" name="Google Shape;1372;p29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5" name="Google Shape;1373;p29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6" name="Google Shape;1374;p29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7" name="Google Shape;1375;p29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28" name="Google Shape;1376;p29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029" name="Google Shape;1377;p29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0" name="Google Shape;1378;p29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1" name="Google Shape;1379;p29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2" name="Google Shape;1380;p29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3" name="Google Shape;1381;p29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4" name="Google Shape;1382;p29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5" name="Google Shape;1383;p29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6" name="Google Shape;1384;p29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7" name="Google Shape;1385;p29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8" name="Google Shape;1386;p29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39" name="Google Shape;1387;p29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40" name="Google Shape;1388;p29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41" name="Google Shape;1389;p29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042" name="Google Shape;1390;p29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1043" name="Google Shape;1391;p29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1044" name="Google Shape;1392;p29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045" name="Google Shape;1393;p29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46" name="Google Shape;1394;p29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1047" name="Google Shape;1395;p29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1767600" y="1791360"/>
            <a:ext cx="1864800" cy="82044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2"/>
          <p:cNvSpPr>
            <a:spLocks noGrp="1"/>
          </p:cNvSpPr>
          <p:nvPr>
            <p:ph type="title"/>
          </p:nvPr>
        </p:nvSpPr>
        <p:spPr>
          <a:xfrm>
            <a:off x="5164200" y="1791360"/>
            <a:ext cx="1863360" cy="82044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title"/>
          </p:nvPr>
        </p:nvSpPr>
        <p:spPr>
          <a:xfrm>
            <a:off x="8556840" y="1791360"/>
            <a:ext cx="1863360" cy="820440"/>
          </a:xfrm>
          <a:prstGeom prst="rect">
            <a:avLst/>
          </a:prstGeom>
          <a:solidFill>
            <a:schemeClr val="accent4"/>
          </a:solidFill>
          <a:ln w="19080">
            <a:solidFill>
              <a:schemeClr val="lt2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xx%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4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112;p4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102" name="Google Shape;113;p4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103" name="Google Shape;114;p4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04" name="Google Shape;115;p4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05" name="Google Shape;116;p4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06" name="Google Shape;117;p4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07" name="Google Shape;118;p4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08" name="Google Shape;119;p4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09" name="Google Shape;120;p4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0" name="Google Shape;121;p4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1" name="Google Shape;122;p4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2" name="Google Shape;123;p4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3" name="Google Shape;124;p4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4" name="Google Shape;125;p4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5" name="Google Shape;126;p4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6" name="Google Shape;127;p4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7" name="Google Shape;128;p4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8" name="Google Shape;129;p4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19" name="Google Shape;130;p4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0" name="Google Shape;131;p4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1" name="Google Shape;132;p4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2" name="Google Shape;133;p4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3" name="Google Shape;134;p4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4" name="Google Shape;135;p4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5" name="Google Shape;136;p4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6" name="Google Shape;137;p4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27" name="Google Shape;138;p4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128" name="Google Shape;139;p4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29" name="Google Shape;140;p4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0" name="Google Shape;141;p4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1" name="Google Shape;142;p4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2" name="Google Shape;143;p4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3" name="Google Shape;144;p4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4" name="Google Shape;145;p4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5" name="Google Shape;146;p4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6" name="Google Shape;147;p4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7" name="Google Shape;148;p4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8" name="Google Shape;149;p4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39" name="Google Shape;150;p4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40" name="Google Shape;151;p4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141" name="Google Shape;152;p4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1142" name="Google Shape;153;p4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3" name="Google Shape;154;p4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Google Shape;155;p4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Google Shape;156;p4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6" name="Google Shape;157;p4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1147" name="Google Shape;158;p4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148" name="Google Shape;159;p4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49" name="Google Shape;160;p4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1" name="PlaceHolder 2"/>
          <p:cNvSpPr>
            <a:spLocks noGrp="1"/>
          </p:cNvSpPr>
          <p:nvPr>
            <p:ph type="body"/>
          </p:nvPr>
        </p:nvSpPr>
        <p:spPr>
          <a:xfrm>
            <a:off x="960120" y="1482840"/>
            <a:ext cx="10271520" cy="465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ckground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" name="Google Shape;1458;p31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153" name="Google Shape;1459;p31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154" name="Google Shape;1460;p31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55" name="Google Shape;1461;p31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56" name="Google Shape;1462;p31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57" name="Google Shape;1463;p31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58" name="Google Shape;1464;p31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59" name="Google Shape;1465;p31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0" name="Google Shape;1466;p31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1" name="Google Shape;1467;p31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2" name="Google Shape;1468;p31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3" name="Google Shape;1469;p31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4" name="Google Shape;1470;p31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5" name="Google Shape;1471;p31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6" name="Google Shape;1472;p31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7" name="Google Shape;1473;p31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8" name="Google Shape;1474;p31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69" name="Google Shape;1475;p31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0" name="Google Shape;1476;p31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1" name="Google Shape;1477;p31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2" name="Google Shape;1478;p31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3" name="Google Shape;1479;p31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4" name="Google Shape;1480;p31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5" name="Google Shape;1481;p31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6" name="Google Shape;1482;p31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7" name="Google Shape;1483;p31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178" name="Google Shape;1484;p31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179" name="Google Shape;1485;p31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0" name="Google Shape;1486;p31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1" name="Google Shape;1487;p31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2" name="Google Shape;1488;p31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3" name="Google Shape;1489;p31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4" name="Google Shape;1490;p31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5" name="Google Shape;1491;p31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6" name="Google Shape;1492;p31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7" name="Google Shape;1493;p31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8" name="Google Shape;1494;p31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89" name="Google Shape;1495;p31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90" name="Google Shape;1496;p31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191" name="Google Shape;1497;p31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192" name="Google Shape;1498;p31"/>
          <p:cNvGrpSpPr/>
          <p:nvPr/>
        </p:nvGrpSpPr>
        <p:grpSpPr>
          <a:xfrm>
            <a:off x="339840" y="405720"/>
            <a:ext cx="11512440" cy="6078960"/>
            <a:chOff x="339840" y="405720"/>
            <a:chExt cx="11512440" cy="6078960"/>
          </a:xfrm>
        </p:grpSpPr>
        <p:grpSp>
          <p:nvGrpSpPr>
            <p:cNvPr id="1193" name="Google Shape;1499;p31"/>
            <p:cNvGrpSpPr/>
            <p:nvPr/>
          </p:nvGrpSpPr>
          <p:grpSpPr>
            <a:xfrm>
              <a:off x="643680" y="405720"/>
              <a:ext cx="11208600" cy="6078960"/>
              <a:chOff x="643680" y="405720"/>
              <a:chExt cx="11208600" cy="6078960"/>
            </a:xfrm>
          </p:grpSpPr>
          <p:sp>
            <p:nvSpPr>
              <p:cNvPr id="1194" name="Google Shape;1500;p31"/>
              <p:cNvSpPr/>
              <p:nvPr/>
            </p:nvSpPr>
            <p:spPr>
              <a:xfrm flipH="1">
                <a:off x="64332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195" name="Google Shape;1501;p31" descr=""/>
              <p:cNvPicPr/>
              <p:nvPr/>
            </p:nvPicPr>
            <p:blipFill>
              <a:blip r:embed="rId2"/>
              <a:stretch/>
            </p:blipFill>
            <p:spPr>
              <a:xfrm flipH="1">
                <a:off x="1147608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96" name="Google Shape;1502;p31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 flipH="1">
                <a:off x="1147608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1197" name="Google Shape;1503;p31"/>
            <p:cNvSpPr/>
            <p:nvPr/>
          </p:nvSpPr>
          <p:spPr>
            <a:xfrm flipH="1" rot="16200000">
              <a:off x="1584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8" name="Google Shape;1504;p31"/>
          <p:cNvSpPr/>
          <p:nvPr/>
        </p:nvSpPr>
        <p:spPr>
          <a:xfrm flipH="1" rot="16200000">
            <a:off x="15840" y="2575080"/>
            <a:ext cx="95256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9" name="Google Shape;1505;p31"/>
          <p:cNvSpPr/>
          <p:nvPr/>
        </p:nvSpPr>
        <p:spPr>
          <a:xfrm flipH="1" rot="16200000">
            <a:off x="15840" y="3895920"/>
            <a:ext cx="95256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0" name="Google Shape;1506;p31"/>
          <p:cNvSpPr/>
          <p:nvPr/>
        </p:nvSpPr>
        <p:spPr>
          <a:xfrm flipH="1" rot="16200000">
            <a:off x="15840" y="5216760"/>
            <a:ext cx="95256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ckground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1" name="Google Shape;1508;p32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202" name="Google Shape;1509;p32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203" name="Google Shape;1510;p32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4" name="Google Shape;1511;p32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5" name="Google Shape;1512;p32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6" name="Google Shape;1513;p32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7" name="Google Shape;1514;p32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8" name="Google Shape;1515;p32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09" name="Google Shape;1516;p32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0" name="Google Shape;1517;p32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1" name="Google Shape;1518;p32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2" name="Google Shape;1519;p32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3" name="Google Shape;1520;p32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4" name="Google Shape;1521;p32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5" name="Google Shape;1522;p32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6" name="Google Shape;1523;p32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7" name="Google Shape;1524;p32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8" name="Google Shape;1525;p32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19" name="Google Shape;1526;p32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0" name="Google Shape;1527;p32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1" name="Google Shape;1528;p32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2" name="Google Shape;1529;p32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3" name="Google Shape;1530;p32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4" name="Google Shape;1531;p32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5" name="Google Shape;1532;p32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6" name="Google Shape;1533;p32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27" name="Google Shape;1534;p32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228" name="Google Shape;1535;p32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29" name="Google Shape;1536;p32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0" name="Google Shape;1537;p32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1" name="Google Shape;1538;p32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2" name="Google Shape;1539;p32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3" name="Google Shape;1540;p32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4" name="Google Shape;1541;p32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5" name="Google Shape;1542;p32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6" name="Google Shape;1543;p32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7" name="Google Shape;1544;p32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8" name="Google Shape;1545;p32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39" name="Google Shape;1546;p32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40" name="Google Shape;1547;p32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241" name="Google Shape;1548;p32"/>
          <p:cNvGrpSpPr/>
          <p:nvPr/>
        </p:nvGrpSpPr>
        <p:grpSpPr>
          <a:xfrm>
            <a:off x="366840" y="268560"/>
            <a:ext cx="11207880" cy="6320520"/>
            <a:chOff x="366840" y="268560"/>
            <a:chExt cx="11207880" cy="6320520"/>
          </a:xfrm>
        </p:grpSpPr>
        <p:sp>
          <p:nvSpPr>
            <p:cNvPr id="1242" name="Google Shape;1549;p32"/>
            <p:cNvSpPr/>
            <p:nvPr/>
          </p:nvSpPr>
          <p:spPr>
            <a:xfrm flipV="1">
              <a:off x="1262520" y="6284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Google Shape;1550;p32"/>
            <p:cNvSpPr/>
            <p:nvPr/>
          </p:nvSpPr>
          <p:spPr>
            <a:xfrm flipV="1">
              <a:off x="3743640" y="6284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Google Shape;1551;p32"/>
            <p:cNvSpPr/>
            <p:nvPr/>
          </p:nvSpPr>
          <p:spPr>
            <a:xfrm flipV="1">
              <a:off x="8705520" y="6284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45" name="Google Shape;1552;p32"/>
            <p:cNvGrpSpPr/>
            <p:nvPr/>
          </p:nvGrpSpPr>
          <p:grpSpPr>
            <a:xfrm>
              <a:off x="366840" y="268560"/>
              <a:ext cx="11207880" cy="6078960"/>
              <a:chOff x="366840" y="268560"/>
              <a:chExt cx="11207880" cy="6078960"/>
            </a:xfrm>
          </p:grpSpPr>
          <p:sp>
            <p:nvSpPr>
              <p:cNvPr id="1246" name="Google Shape;1553;p32"/>
              <p:cNvSpPr/>
              <p:nvPr/>
            </p:nvSpPr>
            <p:spPr>
              <a:xfrm flipV="1">
                <a:off x="556200" y="26820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247" name="Google Shape;1554;p32" descr=""/>
              <p:cNvPicPr/>
              <p:nvPr/>
            </p:nvPicPr>
            <p:blipFill>
              <a:blip r:embed="rId2"/>
              <a:stretch/>
            </p:blipFill>
            <p:spPr>
              <a:xfrm flipH="1" rot="10800000">
                <a:off x="366840" y="23302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48" name="Google Shape;1555;p32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 flipH="1" rot="10800000">
                <a:off x="366840" y="61344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" name="Google Shape;164;p5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250" name="Google Shape;165;p5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251" name="Google Shape;166;p5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2" name="Google Shape;167;p5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3" name="Google Shape;168;p5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4" name="Google Shape;169;p5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5" name="Google Shape;170;p5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6" name="Google Shape;171;p5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7" name="Google Shape;172;p5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8" name="Google Shape;173;p5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59" name="Google Shape;174;p5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0" name="Google Shape;175;p5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1" name="Google Shape;176;p5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2" name="Google Shape;177;p5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3" name="Google Shape;178;p5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4" name="Google Shape;179;p5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5" name="Google Shape;180;p5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6" name="Google Shape;181;p5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7" name="Google Shape;182;p5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8" name="Google Shape;183;p5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69" name="Google Shape;184;p5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0" name="Google Shape;185;p5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1" name="Google Shape;186;p5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2" name="Google Shape;187;p5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3" name="Google Shape;188;p5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4" name="Google Shape;189;p5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275" name="Google Shape;190;p5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276" name="Google Shape;191;p5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77" name="Google Shape;192;p5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78" name="Google Shape;193;p5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79" name="Google Shape;194;p5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0" name="Google Shape;195;p5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1" name="Google Shape;196;p5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2" name="Google Shape;197;p5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3" name="Google Shape;198;p5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4" name="Google Shape;199;p5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5" name="Google Shape;200;p5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6" name="Google Shape;201;p5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7" name="Google Shape;202;p5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288" name="Google Shape;203;p5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289" name="Google Shape;204;p5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1290" name="Google Shape;205;p5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1291" name="Google Shape;206;p5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292" name="Google Shape;207;p5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93" name="Google Shape;208;p5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1294" name="Google Shape;209;p5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6" name="Google Shape;215;p5"/>
          <p:cNvSpPr/>
          <p:nvPr/>
        </p:nvSpPr>
        <p:spPr>
          <a:xfrm rot="5400000">
            <a:off x="11251080" y="2529000"/>
            <a:ext cx="952560" cy="304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7" name="Google Shape;217;p6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298" name="Google Shape;218;p6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299" name="Google Shape;219;p6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0" name="Google Shape;220;p6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1" name="Google Shape;221;p6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2" name="Google Shape;222;p6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3" name="Google Shape;223;p6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4" name="Google Shape;224;p6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5" name="Google Shape;225;p6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6" name="Google Shape;226;p6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7" name="Google Shape;227;p6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8" name="Google Shape;228;p6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09" name="Google Shape;229;p6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0" name="Google Shape;230;p6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1" name="Google Shape;231;p6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2" name="Google Shape;232;p6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3" name="Google Shape;233;p6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4" name="Google Shape;234;p6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5" name="Google Shape;235;p6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6" name="Google Shape;236;p6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7" name="Google Shape;237;p6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8" name="Google Shape;238;p6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19" name="Google Shape;239;p6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20" name="Google Shape;240;p6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21" name="Google Shape;241;p6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22" name="Google Shape;242;p6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23" name="Google Shape;243;p6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324" name="Google Shape;244;p6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25" name="Google Shape;245;p6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26" name="Google Shape;246;p6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27" name="Google Shape;247;p6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28" name="Google Shape;248;p6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29" name="Google Shape;249;p6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0" name="Google Shape;250;p6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1" name="Google Shape;251;p6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2" name="Google Shape;252;p6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3" name="Google Shape;253;p6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4" name="Google Shape;254;p6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5" name="Google Shape;255;p6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36" name="Google Shape;256;p6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337" name="Google Shape;257;p6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1338" name="Google Shape;258;p6"/>
            <p:cNvSpPr/>
            <p:nvPr/>
          </p:nvSpPr>
          <p:spPr>
            <a:xfrm>
              <a:off x="8705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9" name="Google Shape;259;p6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1340" name="Google Shape;260;p6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341" name="Google Shape;261;p6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42" name="Google Shape;262;p6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960120" y="7192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4" name="Google Shape;265;p7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345" name="Google Shape;266;p7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346" name="Google Shape;267;p7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47" name="Google Shape;268;p7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48" name="Google Shape;269;p7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49" name="Google Shape;270;p7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0" name="Google Shape;271;p7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1" name="Google Shape;272;p7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2" name="Google Shape;273;p7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3" name="Google Shape;274;p7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4" name="Google Shape;275;p7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5" name="Google Shape;276;p7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6" name="Google Shape;277;p7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7" name="Google Shape;278;p7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8" name="Google Shape;279;p7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59" name="Google Shape;280;p7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0" name="Google Shape;281;p7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1" name="Google Shape;282;p7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2" name="Google Shape;283;p7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3" name="Google Shape;284;p7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4" name="Google Shape;285;p7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5" name="Google Shape;286;p7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6" name="Google Shape;287;p7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7" name="Google Shape;288;p7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8" name="Google Shape;289;p7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69" name="Google Shape;290;p7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70" name="Google Shape;291;p7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371" name="Google Shape;292;p7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2" name="Google Shape;293;p7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3" name="Google Shape;294;p7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4" name="Google Shape;295;p7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5" name="Google Shape;296;p7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6" name="Google Shape;297;p7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7" name="Google Shape;298;p7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8" name="Google Shape;299;p7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79" name="Google Shape;300;p7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80" name="Google Shape;301;p7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81" name="Google Shape;302;p7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82" name="Google Shape;303;p7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383" name="Google Shape;304;p7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384" name="Google Shape;305;p7"/>
          <p:cNvGrpSpPr/>
          <p:nvPr/>
        </p:nvGrpSpPr>
        <p:grpSpPr>
          <a:xfrm>
            <a:off x="570240" y="172080"/>
            <a:ext cx="11207520" cy="6320160"/>
            <a:chOff x="570240" y="172080"/>
            <a:chExt cx="11207520" cy="6320160"/>
          </a:xfrm>
        </p:grpSpPr>
        <p:sp>
          <p:nvSpPr>
            <p:cNvPr id="1385" name="Google Shape;306;p7"/>
            <p:cNvSpPr/>
            <p:nvPr/>
          </p:nvSpPr>
          <p:spPr>
            <a:xfrm>
              <a:off x="1465560" y="17208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Google Shape;307;p7"/>
            <p:cNvSpPr/>
            <p:nvPr/>
          </p:nvSpPr>
          <p:spPr>
            <a:xfrm>
              <a:off x="3946680" y="17208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Google Shape;308;p7"/>
            <p:cNvSpPr/>
            <p:nvPr/>
          </p:nvSpPr>
          <p:spPr>
            <a:xfrm>
              <a:off x="6427800" y="17208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Google Shape;309;p7"/>
            <p:cNvSpPr/>
            <p:nvPr/>
          </p:nvSpPr>
          <p:spPr>
            <a:xfrm>
              <a:off x="8908920" y="17208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89" name="Google Shape;310;p7"/>
            <p:cNvGrpSpPr/>
            <p:nvPr/>
          </p:nvGrpSpPr>
          <p:grpSpPr>
            <a:xfrm>
              <a:off x="570240" y="413280"/>
              <a:ext cx="11207520" cy="6078960"/>
              <a:chOff x="570240" y="413280"/>
              <a:chExt cx="11207520" cy="6078960"/>
            </a:xfrm>
          </p:grpSpPr>
          <p:sp>
            <p:nvSpPr>
              <p:cNvPr id="1390" name="Google Shape;311;p7"/>
              <p:cNvSpPr/>
              <p:nvPr/>
            </p:nvSpPr>
            <p:spPr>
              <a:xfrm>
                <a:off x="759240" y="41328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391" name="Google Shape;312;p7" descr=""/>
              <p:cNvPicPr/>
              <p:nvPr/>
            </p:nvPicPr>
            <p:blipFill>
              <a:blip r:embed="rId2"/>
              <a:stretch/>
            </p:blipFill>
            <p:spPr>
              <a:xfrm>
                <a:off x="570240" y="75744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92" name="Google Shape;313;p7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570240" y="444024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3354840" y="1271160"/>
            <a:ext cx="5481720" cy="13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4" name="Google Shape;317;p8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395" name="Google Shape;318;p8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396" name="Google Shape;319;p8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97" name="Google Shape;320;p8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98" name="Google Shape;321;p8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399" name="Google Shape;322;p8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0" name="Google Shape;323;p8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1" name="Google Shape;324;p8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2" name="Google Shape;325;p8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3" name="Google Shape;326;p8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4" name="Google Shape;327;p8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5" name="Google Shape;328;p8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6" name="Google Shape;329;p8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7" name="Google Shape;330;p8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8" name="Google Shape;331;p8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09" name="Google Shape;332;p8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0" name="Google Shape;333;p8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1" name="Google Shape;334;p8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2" name="Google Shape;335;p8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3" name="Google Shape;336;p8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4" name="Google Shape;337;p8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5" name="Google Shape;338;p8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6" name="Google Shape;339;p8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7" name="Google Shape;340;p8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8" name="Google Shape;341;p8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19" name="Google Shape;342;p8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20" name="Google Shape;343;p8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421" name="Google Shape;344;p8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2" name="Google Shape;345;p8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3" name="Google Shape;346;p8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4" name="Google Shape;347;p8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5" name="Google Shape;348;p8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6" name="Google Shape;349;p8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7" name="Google Shape;350;p8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8" name="Google Shape;351;p8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29" name="Google Shape;352;p8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30" name="Google Shape;353;p8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31" name="Google Shape;354;p8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32" name="Google Shape;355;p8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33" name="Google Shape;356;p8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434" name="Google Shape;357;p8"/>
          <p:cNvGrpSpPr/>
          <p:nvPr/>
        </p:nvGrpSpPr>
        <p:grpSpPr>
          <a:xfrm>
            <a:off x="366840" y="405720"/>
            <a:ext cx="11512800" cy="6078960"/>
            <a:chOff x="366840" y="405720"/>
            <a:chExt cx="11512800" cy="6078960"/>
          </a:xfrm>
        </p:grpSpPr>
        <p:grpSp>
          <p:nvGrpSpPr>
            <p:cNvPr id="1435" name="Google Shape;358;p8"/>
            <p:cNvGrpSpPr/>
            <p:nvPr/>
          </p:nvGrpSpPr>
          <p:grpSpPr>
            <a:xfrm>
              <a:off x="366840" y="405720"/>
              <a:ext cx="11207880" cy="6078960"/>
              <a:chOff x="366840" y="405720"/>
              <a:chExt cx="11207880" cy="6078960"/>
            </a:xfrm>
          </p:grpSpPr>
          <p:sp>
            <p:nvSpPr>
              <p:cNvPr id="1436" name="Google Shape;359;p8"/>
              <p:cNvSpPr/>
              <p:nvPr/>
            </p:nvSpPr>
            <p:spPr>
              <a:xfrm>
                <a:off x="556200" y="405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437" name="Google Shape;360;p8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9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38" name="Google Shape;361;p8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3232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1439" name="Google Shape;362;p8"/>
            <p:cNvSpPr/>
            <p:nvPr/>
          </p:nvSpPr>
          <p:spPr>
            <a:xfrm rot="5400000">
              <a:off x="11251080" y="135612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Google Shape;363;p8"/>
            <p:cNvSpPr/>
            <p:nvPr/>
          </p:nvSpPr>
          <p:spPr>
            <a:xfrm rot="5400000">
              <a:off x="11262960" y="2443680"/>
              <a:ext cx="92880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Google Shape;364;p8"/>
            <p:cNvSpPr/>
            <p:nvPr/>
          </p:nvSpPr>
          <p:spPr>
            <a:xfrm rot="5400000">
              <a:off x="11251080" y="3531600"/>
              <a:ext cx="95256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Google Shape;365;p8"/>
            <p:cNvSpPr/>
            <p:nvPr/>
          </p:nvSpPr>
          <p:spPr>
            <a:xfrm rot="5400000">
              <a:off x="11262960" y="4619520"/>
              <a:ext cx="92880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2853360" y="1966320"/>
            <a:ext cx="6485400" cy="29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nd 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368;p9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445" name="Google Shape;369;p9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446" name="Google Shape;370;p9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47" name="Google Shape;371;p9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48" name="Google Shape;372;p9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49" name="Google Shape;373;p9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0" name="Google Shape;374;p9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1" name="Google Shape;375;p9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2" name="Google Shape;376;p9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3" name="Google Shape;377;p9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4" name="Google Shape;378;p9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5" name="Google Shape;379;p9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6" name="Google Shape;380;p9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7" name="Google Shape;381;p9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8" name="Google Shape;382;p9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59" name="Google Shape;383;p9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0" name="Google Shape;384;p9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1" name="Google Shape;385;p9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2" name="Google Shape;386;p9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3" name="Google Shape;387;p9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4" name="Google Shape;388;p9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5" name="Google Shape;389;p9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6" name="Google Shape;390;p9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7" name="Google Shape;391;p9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8" name="Google Shape;392;p9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69" name="Google Shape;393;p9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470" name="Google Shape;394;p9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471" name="Google Shape;395;p9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2" name="Google Shape;396;p9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3" name="Google Shape;397;p9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4" name="Google Shape;398;p9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5" name="Google Shape;399;p9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6" name="Google Shape;400;p9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7" name="Google Shape;401;p9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8" name="Google Shape;402;p9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79" name="Google Shape;403;p9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80" name="Google Shape;404;p9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81" name="Google Shape;405;p9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82" name="Google Shape;406;p9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483" name="Google Shape;407;p9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484" name="Google Shape;408;p9"/>
          <p:cNvGrpSpPr/>
          <p:nvPr/>
        </p:nvGrpSpPr>
        <p:grpSpPr>
          <a:xfrm>
            <a:off x="366840" y="155520"/>
            <a:ext cx="11207880" cy="6320160"/>
            <a:chOff x="366840" y="155520"/>
            <a:chExt cx="11207880" cy="6320160"/>
          </a:xfrm>
        </p:grpSpPr>
        <p:sp>
          <p:nvSpPr>
            <p:cNvPr id="1485" name="Google Shape;409;p9"/>
            <p:cNvSpPr/>
            <p:nvPr/>
          </p:nvSpPr>
          <p:spPr>
            <a:xfrm>
              <a:off x="126252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6" name="Google Shape;410;p9"/>
            <p:cNvSpPr/>
            <p:nvPr/>
          </p:nvSpPr>
          <p:spPr>
            <a:xfrm>
              <a:off x="374364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Google Shape;411;p9"/>
            <p:cNvSpPr/>
            <p:nvPr/>
          </p:nvSpPr>
          <p:spPr>
            <a:xfrm>
              <a:off x="6224760" y="155520"/>
              <a:ext cx="216252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88" name="Google Shape;412;p9"/>
            <p:cNvGrpSpPr/>
            <p:nvPr/>
          </p:nvGrpSpPr>
          <p:grpSpPr>
            <a:xfrm>
              <a:off x="366840" y="396720"/>
              <a:ext cx="11207880" cy="6078960"/>
              <a:chOff x="366840" y="396720"/>
              <a:chExt cx="11207880" cy="6078960"/>
            </a:xfrm>
          </p:grpSpPr>
          <p:sp>
            <p:nvSpPr>
              <p:cNvPr id="1489" name="Google Shape;413;p9"/>
              <p:cNvSpPr/>
              <p:nvPr/>
            </p:nvSpPr>
            <p:spPr>
              <a:xfrm>
                <a:off x="556200" y="396720"/>
                <a:ext cx="11018520" cy="607896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 w="0">
                <a:noFill/>
              </a:ln>
              <a:effectLst>
                <a:outerShdw algn="bl" dir="2407803" dist="56972" rotWithShape="0">
                  <a:schemeClr val="dk1">
                    <a:alpha val="7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490" name="Google Shape;414;p9" descr=""/>
              <p:cNvPicPr/>
              <p:nvPr/>
            </p:nvPicPr>
            <p:blipFill>
              <a:blip r:embed="rId2"/>
              <a:stretch/>
            </p:blipFill>
            <p:spPr>
              <a:xfrm>
                <a:off x="366840" y="740880"/>
                <a:ext cx="376200" cy="36734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91" name="Google Shape;415;p9" descr=""/>
              <p:cNvPicPr/>
              <p:nvPr/>
            </p:nvPicPr>
            <p:blipFill>
              <a:blip r:embed="rId3"/>
              <a:srcRect l="0" t="0" r="0" b="53493"/>
              <a:stretch/>
            </p:blipFill>
            <p:spPr>
              <a:xfrm>
                <a:off x="366840" y="4423680"/>
                <a:ext cx="376200" cy="1707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2847240" y="2207160"/>
            <a:ext cx="6496920" cy="15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867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86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oogle Shape;1407;p30"/>
          <p:cNvGrpSpPr/>
          <p:nvPr/>
        </p:nvGrpSpPr>
        <p:grpSpPr>
          <a:xfrm>
            <a:off x="-11520" y="4680"/>
            <a:ext cx="12214800" cy="6880680"/>
            <a:chOff x="-11520" y="4680"/>
            <a:chExt cx="12214800" cy="6880680"/>
          </a:xfrm>
        </p:grpSpPr>
        <p:grpSp>
          <p:nvGrpSpPr>
            <p:cNvPr id="1053" name="Google Shape;1408;p30"/>
            <p:cNvGrpSpPr/>
            <p:nvPr/>
          </p:nvGrpSpPr>
          <p:grpSpPr>
            <a:xfrm>
              <a:off x="445320" y="4680"/>
              <a:ext cx="11300760" cy="6880680"/>
              <a:chOff x="445320" y="4680"/>
              <a:chExt cx="11300760" cy="6880680"/>
            </a:xfrm>
          </p:grpSpPr>
          <p:cxnSp>
            <p:nvCxnSpPr>
              <p:cNvPr id="1054" name="Google Shape;1409;p30"/>
              <p:cNvCxnSpPr/>
              <p:nvPr/>
            </p:nvCxnSpPr>
            <p:spPr>
              <a:xfrm>
                <a:off x="4453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55" name="Google Shape;1410;p30"/>
              <p:cNvCxnSpPr/>
              <p:nvPr/>
            </p:nvCxnSpPr>
            <p:spPr>
              <a:xfrm>
                <a:off x="916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56" name="Google Shape;1411;p30"/>
              <p:cNvCxnSpPr/>
              <p:nvPr/>
            </p:nvCxnSpPr>
            <p:spPr>
              <a:xfrm>
                <a:off x="1387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57" name="Google Shape;1412;p30"/>
              <p:cNvCxnSpPr/>
              <p:nvPr/>
            </p:nvCxnSpPr>
            <p:spPr>
              <a:xfrm>
                <a:off x="18579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58" name="Google Shape;1413;p30"/>
              <p:cNvCxnSpPr/>
              <p:nvPr/>
            </p:nvCxnSpPr>
            <p:spPr>
              <a:xfrm>
                <a:off x="23288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59" name="Google Shape;1414;p30"/>
              <p:cNvCxnSpPr/>
              <p:nvPr/>
            </p:nvCxnSpPr>
            <p:spPr>
              <a:xfrm>
                <a:off x="27997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0" name="Google Shape;1415;p30"/>
              <p:cNvCxnSpPr/>
              <p:nvPr/>
            </p:nvCxnSpPr>
            <p:spPr>
              <a:xfrm>
                <a:off x="32706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1" name="Google Shape;1416;p30"/>
              <p:cNvCxnSpPr/>
              <p:nvPr/>
            </p:nvCxnSpPr>
            <p:spPr>
              <a:xfrm>
                <a:off x="37414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2" name="Google Shape;1417;p30"/>
              <p:cNvCxnSpPr/>
              <p:nvPr/>
            </p:nvCxnSpPr>
            <p:spPr>
              <a:xfrm>
                <a:off x="42123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3" name="Google Shape;1418;p30"/>
              <p:cNvCxnSpPr/>
              <p:nvPr/>
            </p:nvCxnSpPr>
            <p:spPr>
              <a:xfrm>
                <a:off x="46832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4" name="Google Shape;1419;p30"/>
              <p:cNvCxnSpPr/>
              <p:nvPr/>
            </p:nvCxnSpPr>
            <p:spPr>
              <a:xfrm>
                <a:off x="51541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5" name="Google Shape;1420;p30"/>
              <p:cNvCxnSpPr/>
              <p:nvPr/>
            </p:nvCxnSpPr>
            <p:spPr>
              <a:xfrm>
                <a:off x="56250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6" name="Google Shape;1421;p30"/>
              <p:cNvCxnSpPr/>
              <p:nvPr/>
            </p:nvCxnSpPr>
            <p:spPr>
              <a:xfrm>
                <a:off x="60958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7" name="Google Shape;1422;p30"/>
              <p:cNvCxnSpPr/>
              <p:nvPr/>
            </p:nvCxnSpPr>
            <p:spPr>
              <a:xfrm>
                <a:off x="65667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8" name="Google Shape;1423;p30"/>
              <p:cNvCxnSpPr/>
              <p:nvPr/>
            </p:nvCxnSpPr>
            <p:spPr>
              <a:xfrm>
                <a:off x="70376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69" name="Google Shape;1424;p30"/>
              <p:cNvCxnSpPr/>
              <p:nvPr/>
            </p:nvCxnSpPr>
            <p:spPr>
              <a:xfrm>
                <a:off x="75085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0" name="Google Shape;1425;p30"/>
              <p:cNvCxnSpPr/>
              <p:nvPr/>
            </p:nvCxnSpPr>
            <p:spPr>
              <a:xfrm>
                <a:off x="79794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1" name="Google Shape;1426;p30"/>
              <p:cNvCxnSpPr/>
              <p:nvPr/>
            </p:nvCxnSpPr>
            <p:spPr>
              <a:xfrm>
                <a:off x="84502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2" name="Google Shape;1427;p30"/>
              <p:cNvCxnSpPr/>
              <p:nvPr/>
            </p:nvCxnSpPr>
            <p:spPr>
              <a:xfrm>
                <a:off x="892116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3" name="Google Shape;1428;p30"/>
              <p:cNvCxnSpPr/>
              <p:nvPr/>
            </p:nvCxnSpPr>
            <p:spPr>
              <a:xfrm>
                <a:off x="939204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4" name="Google Shape;1429;p30"/>
              <p:cNvCxnSpPr/>
              <p:nvPr/>
            </p:nvCxnSpPr>
            <p:spPr>
              <a:xfrm>
                <a:off x="986292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5" name="Google Shape;1430;p30"/>
              <p:cNvCxnSpPr/>
              <p:nvPr/>
            </p:nvCxnSpPr>
            <p:spPr>
              <a:xfrm>
                <a:off x="103338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6" name="Google Shape;1431;p30"/>
              <p:cNvCxnSpPr/>
              <p:nvPr/>
            </p:nvCxnSpPr>
            <p:spPr>
              <a:xfrm>
                <a:off x="108046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7" name="Google Shape;1432;p30"/>
              <p:cNvCxnSpPr/>
              <p:nvPr/>
            </p:nvCxnSpPr>
            <p:spPr>
              <a:xfrm>
                <a:off x="1127520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  <p:cxnSp>
            <p:nvCxnSpPr>
              <p:cNvPr id="1078" name="Google Shape;1433;p30"/>
              <p:cNvCxnSpPr/>
              <p:nvPr/>
            </p:nvCxnSpPr>
            <p:spPr>
              <a:xfrm>
                <a:off x="11746080" y="4680"/>
                <a:ext cx="360" cy="6881040"/>
              </a:xfrm>
              <a:prstGeom prst="straightConnector1">
                <a:avLst/>
              </a:prstGeom>
              <a:ln w="9525">
                <a:solidFill>
                  <a:srgbClr val="e1b6aa"/>
                </a:solidFill>
                <a:round/>
              </a:ln>
            </p:spPr>
          </p:cxnSp>
        </p:grpSp>
        <p:cxnSp>
          <p:nvCxnSpPr>
            <p:cNvPr id="1079" name="Google Shape;1434;p30"/>
            <p:cNvCxnSpPr/>
            <p:nvPr/>
          </p:nvCxnSpPr>
          <p:spPr>
            <a:xfrm>
              <a:off x="-11520" y="389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0" name="Google Shape;1435;p30"/>
            <p:cNvCxnSpPr/>
            <p:nvPr/>
          </p:nvCxnSpPr>
          <p:spPr>
            <a:xfrm>
              <a:off x="-11520" y="937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1" name="Google Shape;1436;p30"/>
            <p:cNvCxnSpPr/>
            <p:nvPr/>
          </p:nvCxnSpPr>
          <p:spPr>
            <a:xfrm>
              <a:off x="-11520" y="140292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2" name="Google Shape;1437;p30"/>
            <p:cNvCxnSpPr/>
            <p:nvPr/>
          </p:nvCxnSpPr>
          <p:spPr>
            <a:xfrm>
              <a:off x="-11520" y="1950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3" name="Google Shape;1438;p30"/>
            <p:cNvCxnSpPr/>
            <p:nvPr/>
          </p:nvCxnSpPr>
          <p:spPr>
            <a:xfrm>
              <a:off x="-11520" y="2445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4" name="Google Shape;1439;p30"/>
            <p:cNvCxnSpPr/>
            <p:nvPr/>
          </p:nvCxnSpPr>
          <p:spPr>
            <a:xfrm>
              <a:off x="-11520" y="2993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5" name="Google Shape;1440;p30"/>
            <p:cNvCxnSpPr/>
            <p:nvPr/>
          </p:nvCxnSpPr>
          <p:spPr>
            <a:xfrm>
              <a:off x="-11520" y="345888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6" name="Google Shape;1441;p30"/>
            <p:cNvCxnSpPr/>
            <p:nvPr/>
          </p:nvCxnSpPr>
          <p:spPr>
            <a:xfrm>
              <a:off x="-11520" y="40064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7" name="Google Shape;1442;p30"/>
            <p:cNvCxnSpPr/>
            <p:nvPr/>
          </p:nvCxnSpPr>
          <p:spPr>
            <a:xfrm>
              <a:off x="-11520" y="45018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8" name="Google Shape;1443;p30"/>
            <p:cNvCxnSpPr/>
            <p:nvPr/>
          </p:nvCxnSpPr>
          <p:spPr>
            <a:xfrm>
              <a:off x="-11520" y="50493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89" name="Google Shape;1444;p30"/>
            <p:cNvCxnSpPr/>
            <p:nvPr/>
          </p:nvCxnSpPr>
          <p:spPr>
            <a:xfrm>
              <a:off x="-11520" y="551484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90" name="Google Shape;1445;p30"/>
            <p:cNvCxnSpPr/>
            <p:nvPr/>
          </p:nvCxnSpPr>
          <p:spPr>
            <a:xfrm>
              <a:off x="-11520" y="606240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  <p:cxnSp>
          <p:nvCxnSpPr>
            <p:cNvPr id="1091" name="Google Shape;1446;p30"/>
            <p:cNvCxnSpPr/>
            <p:nvPr/>
          </p:nvCxnSpPr>
          <p:spPr>
            <a:xfrm>
              <a:off x="-11520" y="6467760"/>
              <a:ext cx="12215160" cy="360"/>
            </a:xfrm>
            <a:prstGeom prst="straightConnector1">
              <a:avLst/>
            </a:prstGeom>
            <a:ln w="9525">
              <a:solidFill>
                <a:srgbClr val="e1b6aa"/>
              </a:solidFill>
              <a:round/>
            </a:ln>
          </p:spPr>
        </p:cxnSp>
      </p:grpSp>
      <p:grpSp>
        <p:nvGrpSpPr>
          <p:cNvPr id="1092" name="Google Shape;1447;p30"/>
          <p:cNvGrpSpPr/>
          <p:nvPr/>
        </p:nvGrpSpPr>
        <p:grpSpPr>
          <a:xfrm>
            <a:off x="136800" y="148320"/>
            <a:ext cx="11652480" cy="6320160"/>
            <a:chOff x="136800" y="148320"/>
            <a:chExt cx="11652480" cy="6320160"/>
          </a:xfrm>
        </p:grpSpPr>
        <p:sp>
          <p:nvSpPr>
            <p:cNvPr id="1093" name="Google Shape;1448;p30"/>
            <p:cNvSpPr/>
            <p:nvPr/>
          </p:nvSpPr>
          <p:spPr>
            <a:xfrm>
              <a:off x="1132560" y="148320"/>
              <a:ext cx="2234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4" name="Google Shape;1449;p30"/>
            <p:cNvSpPr/>
            <p:nvPr/>
          </p:nvSpPr>
          <p:spPr>
            <a:xfrm>
              <a:off x="3696480" y="148320"/>
              <a:ext cx="2234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5" name="Google Shape;1450;p30"/>
            <p:cNvSpPr/>
            <p:nvPr/>
          </p:nvSpPr>
          <p:spPr>
            <a:xfrm>
              <a:off x="6260400" y="148320"/>
              <a:ext cx="2234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Google Shape;1451;p30"/>
            <p:cNvSpPr/>
            <p:nvPr/>
          </p:nvSpPr>
          <p:spPr>
            <a:xfrm>
              <a:off x="8824320" y="148320"/>
              <a:ext cx="2234880" cy="304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Google Shape;1452;p30"/>
            <p:cNvSpPr/>
            <p:nvPr/>
          </p:nvSpPr>
          <p:spPr>
            <a:xfrm>
              <a:off x="402840" y="389520"/>
              <a:ext cx="11386440" cy="6078960"/>
            </a:xfrm>
            <a:prstGeom prst="roundRect">
              <a:avLst>
                <a:gd name="adj" fmla="val 2747"/>
              </a:avLst>
            </a:prstGeom>
            <a:solidFill>
              <a:schemeClr val="accent4"/>
            </a:solidFill>
            <a:ln w="0">
              <a:noFill/>
            </a:ln>
            <a:effectLst>
              <a:outerShdw algn="bl" dir="2407803" dist="56972" rotWithShape="0">
                <a:schemeClr val="dk1">
                  <a:alpha val="70000"/>
                </a:scheme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98" name="Google Shape;1453;p30" descr=""/>
            <p:cNvPicPr/>
            <p:nvPr/>
          </p:nvPicPr>
          <p:blipFill>
            <a:blip r:embed="rId2"/>
            <a:stretch/>
          </p:blipFill>
          <p:spPr>
            <a:xfrm>
              <a:off x="136800" y="790200"/>
              <a:ext cx="558720" cy="52776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3983760" y="903240"/>
            <a:ext cx="4224600" cy="141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0" name="Google Shape;1456;p30"/>
          <p:cNvSpPr/>
          <p:nvPr/>
        </p:nvSpPr>
        <p:spPr>
          <a:xfrm>
            <a:off x="3614040" y="4449240"/>
            <a:ext cx="496296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CREDITS:</a:t>
            </a: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 This presentation template was created by </a:t>
            </a:r>
            <a:r>
              <a:rPr b="1" lang="en" sz="1600" strike="noStrike" u="sng">
                <a:solidFill>
                  <a:schemeClr val="dk1"/>
                </a:solidFill>
                <a:effectLst/>
                <a:uFillTx/>
                <a:latin typeface="Noto Sans"/>
                <a:ea typeface="Noto Sans"/>
                <a:hlinkClick r:id="rId3"/>
              </a:rPr>
              <a:t>Slidesgo</a:t>
            </a: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, and includes icons by </a:t>
            </a:r>
            <a:r>
              <a:rPr b="1" lang="en" sz="1600" strike="noStrike" u="sng">
                <a:solidFill>
                  <a:schemeClr val="dk1"/>
                </a:solidFill>
                <a:effectLst/>
                <a:uFillTx/>
                <a:latin typeface="Noto Sans"/>
                <a:ea typeface="Noto Sans"/>
                <a:hlinkClick r:id="rId4"/>
              </a:rPr>
              <a:t>Flaticon</a:t>
            </a: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, and infographics &amp; images by </a:t>
            </a:r>
            <a:r>
              <a:rPr b="1" lang="en" sz="1600" strike="noStrike" u="sng">
                <a:solidFill>
                  <a:schemeClr val="dk1"/>
                </a:solidFill>
                <a:effectLst/>
                <a:uFillTx/>
                <a:latin typeface="Noto Sans"/>
                <a:ea typeface="Noto Sans"/>
                <a:hlinkClick r:id="rId5"/>
              </a:rPr>
              <a:t>Freepik</a:t>
            </a:r>
            <a:r>
              <a:rPr b="0" lang="en" sz="1600" strike="noStrike" u="sng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body"/>
          </p:nvPr>
        </p:nvSpPr>
        <p:spPr>
          <a:xfrm>
            <a:off x="0" y="-18360"/>
            <a:ext cx="12191760" cy="68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2"/>
          <p:cNvSpPr>
            <a:spLocks noGrp="1"/>
          </p:cNvSpPr>
          <p:nvPr>
            <p:ph type="title"/>
          </p:nvPr>
        </p:nvSpPr>
        <p:spPr>
          <a:xfrm>
            <a:off x="960120" y="4611960"/>
            <a:ext cx="5332320" cy="15037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2"/>
    <p:sldLayoutId id="2147483691" r:id="rId3"/>
    <p:sldLayoutId id="214748369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1.gif"/><Relationship Id="rId9" Type="http://schemas.openxmlformats.org/officeDocument/2006/relationships/image" Target="../media/image12.png"/><Relationship Id="rId10" Type="http://schemas.openxmlformats.org/officeDocument/2006/relationships/image" Target="../media/image13.jpeg"/><Relationship Id="rId11" Type="http://schemas.openxmlformats.org/officeDocument/2006/relationships/slideLayout" Target="../slideLayouts/slideLayout3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3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3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slideLayout" Target="../slideLayouts/slideLayout3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3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Layout" Target="../slideLayouts/slideLayout3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3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Layout" Target="../slideLayouts/slideLayout3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3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3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3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Picture 2" descr="Tonyenglish.vn - Being bored"/>
          <p:cNvPicPr/>
          <p:nvPr/>
        </p:nvPicPr>
        <p:blipFill>
          <a:blip r:embed="rId1"/>
          <a:stretch/>
        </p:blipFill>
        <p:spPr>
          <a:xfrm>
            <a:off x="1415880" y="702360"/>
            <a:ext cx="4088160" cy="272628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1497" name="Picture 4" descr="Always Tired After Work? 10 Tips for More Energy | Reclaim"/>
          <p:cNvPicPr/>
          <p:nvPr/>
        </p:nvPicPr>
        <p:blipFill>
          <a:blip r:embed="rId2"/>
          <a:stretch/>
        </p:blipFill>
        <p:spPr>
          <a:xfrm>
            <a:off x="5036760" y="1535760"/>
            <a:ext cx="5988960" cy="336996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1498" name="Picture 6" descr="Steam Workshop::Truck-Kun"/>
          <p:cNvPicPr/>
          <p:nvPr/>
        </p:nvPicPr>
        <p:blipFill>
          <a:blip r:embed="rId3"/>
          <a:stretch/>
        </p:blipFill>
        <p:spPr>
          <a:xfrm>
            <a:off x="1523880" y="3741120"/>
            <a:ext cx="4571640" cy="257148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9" name="Picture 2" descr="The Legend of Zelda™: Breath of the Wild – Nintendo Switch™ 2 Edition for  Nintendo Switch 2 - Nintendo Official Site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0" name="Picture 4" descr=""/>
          <p:cNvPicPr/>
          <p:nvPr/>
        </p:nvPicPr>
        <p:blipFill>
          <a:blip r:embed="rId2"/>
          <a:srcRect l="20111" t="4499" r="19119" b="10534"/>
          <a:stretch/>
        </p:blipFill>
        <p:spPr>
          <a:xfrm rot="20995800">
            <a:off x="7826400" y="21960"/>
            <a:ext cx="3654360" cy="3406320"/>
          </a:xfrm>
          <a:prstGeom prst="rect">
            <a:avLst/>
          </a:prstGeom>
          <a:solidFill>
            <a:srgbClr val="ededed"/>
          </a:solidFill>
          <a:ln cap="sq" w="1905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after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0.53518 L 3.125E-006 -4.81481E-006 E">
                                      <p:cBhvr>
                                        <p:cTn id="26" dur="2000" fill="hold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nodeType="after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-3.7037E-007 L 3.125E-006 0.18102 E">
                                      <p:cBhvr>
                                        <p:cTn id="29" dur="2000" fill="hold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nodeType="after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06 0.18102 L 3.125E-006 0.46991 E">
                                      <p:cBhvr>
                                        <p:cTn id="32" dur="2000" fill="hold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Picture 2" descr=""/>
          <p:cNvPicPr/>
          <p:nvPr/>
        </p:nvPicPr>
        <p:blipFill>
          <a:blip r:embed="rId1"/>
          <a:stretch/>
        </p:blipFill>
        <p:spPr>
          <a:xfrm>
            <a:off x="8850240" y="502200"/>
            <a:ext cx="292896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2" name="Picture 4" descr="Mage casting fireball spell by Teesla on DeviantArt"/>
          <p:cNvPicPr/>
          <p:nvPr/>
        </p:nvPicPr>
        <p:blipFill>
          <a:blip r:embed="rId2"/>
          <a:stretch/>
        </p:blipFill>
        <p:spPr>
          <a:xfrm>
            <a:off x="1259640" y="966600"/>
            <a:ext cx="2480040" cy="14878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03" name="Picture 6" descr="RavnicaCardsConverted — Bolt Bend 3rd level Abjuration Casting Time:..."/>
          <p:cNvPicPr/>
          <p:nvPr/>
        </p:nvPicPr>
        <p:blipFill>
          <a:blip r:embed="rId3"/>
          <a:srcRect l="0" t="0" r="0" b="19870"/>
          <a:stretch/>
        </p:blipFill>
        <p:spPr>
          <a:xfrm>
            <a:off x="3895200" y="966600"/>
            <a:ext cx="2525760" cy="14878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04" name="Picture 8" descr="D&amp;D Evolved Magic System: Wizards v. Sorcerers – Genesys Evolved"/>
          <p:cNvPicPr/>
          <p:nvPr/>
        </p:nvPicPr>
        <p:blipFill>
          <a:blip r:embed="rId4"/>
          <a:stretch/>
        </p:blipFill>
        <p:spPr>
          <a:xfrm>
            <a:off x="6576840" y="967320"/>
            <a:ext cx="2432520" cy="14871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05" name="Picture 10" descr=""/>
          <p:cNvPicPr/>
          <p:nvPr/>
        </p:nvPicPr>
        <p:blipFill>
          <a:blip r:embed="rId5"/>
          <a:stretch/>
        </p:blipFill>
        <p:spPr>
          <a:xfrm>
            <a:off x="1523160" y="734400"/>
            <a:ext cx="195228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6" name="Picture 10" descr=""/>
          <p:cNvPicPr/>
          <p:nvPr/>
        </p:nvPicPr>
        <p:blipFill>
          <a:blip r:embed="rId6"/>
          <a:stretch/>
        </p:blipFill>
        <p:spPr>
          <a:xfrm>
            <a:off x="4181760" y="734400"/>
            <a:ext cx="195228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7" name="Picture 10" descr=""/>
          <p:cNvPicPr/>
          <p:nvPr/>
        </p:nvPicPr>
        <p:blipFill>
          <a:blip r:embed="rId7"/>
          <a:stretch/>
        </p:blipFill>
        <p:spPr>
          <a:xfrm>
            <a:off x="6802920" y="734400"/>
            <a:ext cx="195228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8" name="Picture 8" descr=""/>
          <p:cNvPicPr/>
          <p:nvPr/>
        </p:nvPicPr>
        <p:blipFill>
          <a:blip r:embed="rId8"/>
          <a:stretch/>
        </p:blipFill>
        <p:spPr>
          <a:xfrm>
            <a:off x="950040" y="3429000"/>
            <a:ext cx="2525760" cy="252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9" name="Picture 12" descr="Minecraft crafting recipe - Minecraft Tools"/>
          <p:cNvSpPr/>
          <p:nvPr/>
        </p:nvSpPr>
        <p:spPr>
          <a:xfrm>
            <a:off x="3321360" y="3531600"/>
            <a:ext cx="3481200" cy="2320560"/>
          </a:xfrm>
          <a:prstGeom prst="roundRect">
            <a:avLst>
              <a:gd name="adj" fmla="val 8594"/>
            </a:avLst>
          </a:prstGeom>
          <a:blipFill rotWithShape="0">
            <a:blip r:embed="rId9"/>
            <a:srcRect/>
            <a:stretch/>
          </a:blipFill>
          <a:ln w="0">
            <a:noFill/>
          </a:ln>
          <a:effectLst>
            <a:reflection algn="bl" blurRad="12700" dir="5400000" dist="5000" endPos="28000" rotWithShape="0" stA="38000" sy="-10000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Picture 14" descr="god, Of, War, Fighting, Warrior, Action, Adventure, Godwar, Fantasy  Wallpapers HD / Desktop and Mobile Backgrounds"/>
          <p:cNvSpPr/>
          <p:nvPr/>
        </p:nvSpPr>
        <p:spPr>
          <a:xfrm>
            <a:off x="6971400" y="3198960"/>
            <a:ext cx="4404600" cy="2755800"/>
          </a:xfrm>
          <a:prstGeom prst="roundRect">
            <a:avLst>
              <a:gd name="adj" fmla="val 8594"/>
            </a:avLst>
          </a:prstGeom>
          <a:blipFill rotWithShape="0">
            <a:blip r:embed="rId10"/>
            <a:srcRect/>
            <a:stretch/>
          </a:blipFill>
          <a:ln w="0">
            <a:noFill/>
          </a:ln>
          <a:effectLst>
            <a:reflection algn="bl" blurRad="12700" dir="5400000" dist="5000" endPos="28000" rotWithShape="0" stA="38000" sy="-10000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" dur="500" fill="hold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" dur="500" fill="hold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Rectangle 3"/>
          <p:cNvSpPr/>
          <p:nvPr/>
        </p:nvSpPr>
        <p:spPr>
          <a:xfrm>
            <a:off x="4575600" y="2967480"/>
            <a:ext cx="30412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Interface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icture 4"/>
          <p:cNvSpPr/>
          <p:nvPr/>
        </p:nvSpPr>
        <p:spPr>
          <a:xfrm>
            <a:off x="6714720" y="642960"/>
            <a:ext cx="3719520" cy="27856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tl" blurRad="7632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Picture 6"/>
          <p:cNvSpPr/>
          <p:nvPr/>
        </p:nvSpPr>
        <p:spPr>
          <a:xfrm>
            <a:off x="1999440" y="3621600"/>
            <a:ext cx="3719520" cy="27730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algn="tl" blurRad="7632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Rectangle 7"/>
          <p:cNvSpPr/>
          <p:nvPr/>
        </p:nvSpPr>
        <p:spPr>
          <a:xfrm>
            <a:off x="1649880" y="928080"/>
            <a:ext cx="413388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Simple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Alignment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Colorful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Attractive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Rectangle 8"/>
          <p:cNvSpPr/>
          <p:nvPr/>
        </p:nvSpPr>
        <p:spPr>
          <a:xfrm>
            <a:off x="6407640" y="4051440"/>
            <a:ext cx="4133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Fully featured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Quality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Unique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6" name="Straight Connector 10"/>
          <p:cNvCxnSpPr/>
          <p:nvPr/>
        </p:nvCxnSpPr>
        <p:spPr>
          <a:xfrm>
            <a:off x="1174320" y="3522960"/>
            <a:ext cx="9637200" cy="360"/>
          </a:xfrm>
          <a:prstGeom prst="straightConnector1">
            <a:avLst/>
          </a:prstGeom>
          <a:ln w="76200">
            <a:solidFill>
              <a:srgbClr val="56514d"/>
            </a:solidFill>
            <a:round/>
          </a:ln>
        </p:spPr>
      </p:cxnSp>
    </p:spTree>
  </p:cSld>
  <p:transition spd="med">
    <p:pull dir="r"/>
  </p:transition>
  <p:timing>
    <p:tnLst>
      <p:par>
        <p:cTn id="90" dur="indefinite" restart="never" nodeType="tmRoot">
          <p:childTnLst>
            <p:seq>
              <p:cTn id="91" dur="indefinite" nodeType="mainSeq">
                <p:childTnLst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10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7" dur="1000" fill="hold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" dur="1000" fill="hold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119"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nodeType="after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4" dur="1000" fill="hold"/>
                                        <p:tgtEl>
                                          <p:spTgt spid="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" dur="1000" fill="hold"/>
                                        <p:tgtEl>
                                          <p:spTgt spid="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7" name="Picture 4" descr=""/>
          <p:cNvPicPr/>
          <p:nvPr/>
        </p:nvPicPr>
        <p:blipFill>
          <a:blip r:embed="rId1"/>
          <a:stretch/>
        </p:blipFill>
        <p:spPr>
          <a:xfrm>
            <a:off x="3117960" y="1282680"/>
            <a:ext cx="5740920" cy="4291920"/>
          </a:xfrm>
          <a:prstGeom prst="rect">
            <a:avLst/>
          </a:prstGeom>
          <a:noFill/>
          <a:ln cap="sq" w="127000">
            <a:solidFill>
              <a:srgbClr val="000000"/>
            </a:solidFill>
            <a:miter/>
          </a:ln>
          <a:effectLst>
            <a:outerShdw algn="tl" blurRad="57240" dir="2700000" dist="50402" rotWithShape="0">
              <a:srgbClr val="000000">
                <a:alpha val="40000"/>
              </a:srgbClr>
            </a:outerShdw>
          </a:effectLst>
        </p:spPr>
      </p:pic>
      <p:sp>
        <p:nvSpPr>
          <p:cNvPr id="1518" name="Rectangle 5"/>
          <p:cNvSpPr/>
          <p:nvPr/>
        </p:nvSpPr>
        <p:spPr>
          <a:xfrm>
            <a:off x="1114920" y="2483280"/>
            <a:ext cx="1465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Hotkeys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9" name="Straight Arrow Connector 9"/>
          <p:cNvCxnSpPr>
            <a:stCxn id="1518" idx="3"/>
          </p:cNvCxnSpPr>
          <p:nvPr/>
        </p:nvCxnSpPr>
        <p:spPr>
          <a:xfrm>
            <a:off x="2580120" y="2742480"/>
            <a:ext cx="1570680" cy="395280"/>
          </a:xfrm>
          <a:prstGeom prst="straightConnector1">
            <a:avLst/>
          </a:prstGeom>
          <a:ln w="38100">
            <a:solidFill>
              <a:srgbClr val="f6c574">
                <a:lumMod val="75000"/>
              </a:srgbClr>
            </a:solidFill>
            <a:round/>
            <a:tailEnd len="med" type="triangle" w="med"/>
          </a:ln>
        </p:spPr>
      </p:cxnSp>
      <p:sp>
        <p:nvSpPr>
          <p:cNvPr id="1520" name="Rectangle 14"/>
          <p:cNvSpPr/>
          <p:nvPr/>
        </p:nvSpPr>
        <p:spPr>
          <a:xfrm>
            <a:off x="9540360" y="4078800"/>
            <a:ext cx="1879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rial"/>
              </a:rPr>
              <a:t>Mechanics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1" name="Straight Arrow Connector 16"/>
          <p:cNvCxnSpPr>
            <a:stCxn id="1520" idx="1"/>
          </p:cNvCxnSpPr>
          <p:nvPr/>
        </p:nvCxnSpPr>
        <p:spPr>
          <a:xfrm flipH="1">
            <a:off x="7924680" y="4338000"/>
            <a:ext cx="1616040" cy="72720"/>
          </a:xfrm>
          <a:prstGeom prst="straightConnector1">
            <a:avLst/>
          </a:prstGeom>
          <a:ln w="38100">
            <a:solidFill>
              <a:srgbClr val="f3c16e"/>
            </a:solidFill>
            <a:round/>
            <a:tailEnd len="med" type="triangle" w="med"/>
          </a:ln>
        </p:spPr>
      </p:cxnSp>
    </p:spTree>
  </p:cSld>
  <p:transition spd="med">
    <p:pull dir="r"/>
  </p:transition>
  <p:timing>
    <p:tnLst>
      <p:par>
        <p:cTn id="138" dur="indefinite" restart="never" nodeType="tmRoot">
          <p:childTnLst>
            <p:seq>
              <p:cTn id="139" dur="indefinite" nodeType="mainSeq"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4" dur="500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500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0" dur="500" fill="hold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" dur="500" fill="hold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5" dur="5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" dur="500" fill="hold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500" fill="hold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65"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Picture 5" descr=""/>
          <p:cNvPicPr/>
          <p:nvPr/>
        </p:nvPicPr>
        <p:blipFill>
          <a:blip r:embed="rId1"/>
          <a:stretch/>
        </p:blipFill>
        <p:spPr>
          <a:xfrm>
            <a:off x="5518440" y="833400"/>
            <a:ext cx="5256720" cy="39340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23" name="Picture 7" descr=""/>
          <p:cNvPicPr/>
          <p:nvPr/>
        </p:nvPicPr>
        <p:blipFill>
          <a:blip r:embed="rId2"/>
          <a:stretch/>
        </p:blipFill>
        <p:spPr>
          <a:xfrm>
            <a:off x="1113480" y="3044160"/>
            <a:ext cx="3276720" cy="30862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24" name="Arrow: Right 8"/>
          <p:cNvSpPr/>
          <p:nvPr/>
        </p:nvSpPr>
        <p:spPr>
          <a:xfrm>
            <a:off x="4536000" y="3155400"/>
            <a:ext cx="824400" cy="36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6c574"/>
          </a:solidFill>
          <a:ln>
            <a:solidFill>
              <a:srgbClr val="6b563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166" dur="indefinite" restart="never" nodeType="tmRoot">
          <p:childTnLst>
            <p:seq>
              <p:cTn id="167" dur="indefinite" nodeType="mainSeq">
                <p:childTnLst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7"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1" dur="500" fill="hold"/>
                                        <p:tgtEl>
                                          <p:spTgt spid="1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500" fill="hold"/>
                                        <p:tgtEl>
                                          <p:spTgt spid="1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Rectangle 3"/>
          <p:cNvSpPr/>
          <p:nvPr/>
        </p:nvSpPr>
        <p:spPr>
          <a:xfrm>
            <a:off x="4349520" y="2967480"/>
            <a:ext cx="34930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Gameplay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Picture 6" descr=""/>
          <p:cNvPicPr/>
          <p:nvPr/>
        </p:nvPicPr>
        <p:blipFill>
          <a:blip r:embed="rId1"/>
          <a:stretch/>
        </p:blipFill>
        <p:spPr>
          <a:xfrm>
            <a:off x="3823920" y="1460160"/>
            <a:ext cx="4544280" cy="39373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27" name="Rectangle 7"/>
          <p:cNvSpPr/>
          <p:nvPr/>
        </p:nvSpPr>
        <p:spPr>
          <a:xfrm>
            <a:off x="3908520" y="5011200"/>
            <a:ext cx="1371240" cy="386280"/>
          </a:xfrm>
          <a:prstGeom prst="rect">
            <a:avLst/>
          </a:prstGeom>
          <a:noFill/>
          <a:ln w="57150">
            <a:solidFill>
              <a:srgbClr val="92d05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28" name="Rectangle 8"/>
          <p:cNvSpPr/>
          <p:nvPr/>
        </p:nvSpPr>
        <p:spPr>
          <a:xfrm>
            <a:off x="3890520" y="4715280"/>
            <a:ext cx="1138320" cy="277560"/>
          </a:xfrm>
          <a:prstGeom prst="rect">
            <a:avLst/>
          </a:prstGeom>
          <a:noFill/>
          <a:ln w="38100">
            <a:solidFill>
              <a:srgbClr val="ffc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29" name="Rectangle 9"/>
          <p:cNvSpPr/>
          <p:nvPr/>
        </p:nvSpPr>
        <p:spPr>
          <a:xfrm>
            <a:off x="7162920" y="4715280"/>
            <a:ext cx="1173960" cy="277560"/>
          </a:xfrm>
          <a:prstGeom prst="rect">
            <a:avLst/>
          </a:prstGeom>
          <a:noFill/>
          <a:ln w="38100">
            <a:solidFill>
              <a:srgbClr val="00b0f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530" name="Straight Arrow Connector 11"/>
          <p:cNvCxnSpPr>
            <a:stCxn id="1528" idx="1"/>
          </p:cNvCxnSpPr>
          <p:nvPr/>
        </p:nvCxnSpPr>
        <p:spPr>
          <a:xfrm flipH="1" flipV="1">
            <a:off x="2644560" y="3429000"/>
            <a:ext cx="1246320" cy="1425240"/>
          </a:xfrm>
          <a:prstGeom prst="straightConnector1">
            <a:avLst/>
          </a:prstGeom>
          <a:ln w="57150">
            <a:solidFill>
              <a:srgbClr val="ffc000"/>
            </a:solidFill>
            <a:round/>
            <a:tailEnd len="med" type="triangle" w="med"/>
          </a:ln>
        </p:spPr>
      </p:cxnSp>
      <p:cxnSp>
        <p:nvCxnSpPr>
          <p:cNvPr id="1531" name="Straight Arrow Connector 13"/>
          <p:cNvCxnSpPr>
            <a:stCxn id="1527" idx="1"/>
          </p:cNvCxnSpPr>
          <p:nvPr/>
        </p:nvCxnSpPr>
        <p:spPr>
          <a:xfrm flipH="1" flipV="1">
            <a:off x="2716200" y="5199480"/>
            <a:ext cx="1192680" cy="5040"/>
          </a:xfrm>
          <a:prstGeom prst="straightConnector1">
            <a:avLst/>
          </a:prstGeom>
          <a:ln w="57150">
            <a:solidFill>
              <a:srgbClr val="92d050"/>
            </a:solidFill>
            <a:round/>
            <a:tailEnd len="med" type="triangle" w="med"/>
          </a:ln>
        </p:spPr>
      </p:cxnSp>
      <p:cxnSp>
        <p:nvCxnSpPr>
          <p:cNvPr id="1532" name="Straight Arrow Connector 15"/>
          <p:cNvCxnSpPr>
            <a:stCxn id="1529" idx="3"/>
          </p:cNvCxnSpPr>
          <p:nvPr/>
        </p:nvCxnSpPr>
        <p:spPr>
          <a:xfrm flipV="1">
            <a:off x="8336880" y="3791880"/>
            <a:ext cx="1076400" cy="1062360"/>
          </a:xfrm>
          <a:prstGeom prst="straightConnector1">
            <a:avLst/>
          </a:prstGeom>
          <a:ln w="38100">
            <a:solidFill>
              <a:srgbClr val="00b0f0"/>
            </a:solidFill>
            <a:round/>
            <a:tailEnd len="med" type="triangle" w="med"/>
          </a:ln>
        </p:spPr>
      </p:cxnSp>
      <p:sp>
        <p:nvSpPr>
          <p:cNvPr id="1533" name="TextBox 17"/>
          <p:cNvSpPr/>
          <p:nvPr/>
        </p:nvSpPr>
        <p:spPr>
          <a:xfrm>
            <a:off x="2155320" y="3105360"/>
            <a:ext cx="1132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</a:rPr>
              <a:t>HealthBar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TextBox 18"/>
          <p:cNvSpPr/>
          <p:nvPr/>
        </p:nvSpPr>
        <p:spPr>
          <a:xfrm>
            <a:off x="1237680" y="5002200"/>
            <a:ext cx="1505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92d050"/>
                </a:solidFill>
                <a:effectLst/>
                <a:uFillTx/>
                <a:latin typeface="Calibri"/>
              </a:rPr>
              <a:t>Starting Items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TextBox 19"/>
          <p:cNvSpPr/>
          <p:nvPr/>
        </p:nvSpPr>
        <p:spPr>
          <a:xfrm>
            <a:off x="9344520" y="3422880"/>
            <a:ext cx="955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00b0f0"/>
                </a:solidFill>
                <a:effectLst/>
                <a:uFillTx/>
                <a:latin typeface="Calibri"/>
              </a:rPr>
              <a:t>Stamina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184" dur="indefinite" restart="never" nodeType="tmRoot">
          <p:childTnLst>
            <p:seq>
              <p:cTn id="185" dur="indefinite" nodeType="mainSeq">
                <p:childTnLst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190" dur="1000"/>
                                        <p:tgtEl>
                                          <p:spTgt spid="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94" dur="500"/>
                                        <p:tgtEl>
                                          <p:spTgt spid="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500"/>
                            </p:stCondLst>
                            <p:childTnLst>
                              <p:par>
                                <p:cTn id="196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1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9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" dur="500" fill="hold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205" dur="1000"/>
                                        <p:tgtEl>
                                          <p:spTgt spid="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09" dur="500"/>
                                        <p:tgtEl>
                                          <p:spTgt spid="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1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1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4" dur="500" fill="hold"/>
                                        <p:tgtEl>
                                          <p:spTgt spid="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" dur="500" fill="hold"/>
                                        <p:tgtEl>
                                          <p:spTgt spid="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220" dur="10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2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24" dur="500"/>
                                        <p:tgtEl>
                                          <p:spTgt spid="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26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1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Rectangle 3"/>
          <p:cNvSpPr/>
          <p:nvPr/>
        </p:nvSpPr>
        <p:spPr>
          <a:xfrm>
            <a:off x="1914840" y="3066120"/>
            <a:ext cx="14950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7" name="Straight Arrow Connector 5"/>
          <p:cNvCxnSpPr>
            <a:stCxn id="1536" idx="3"/>
          </p:cNvCxnSpPr>
          <p:nvPr/>
        </p:nvCxnSpPr>
        <p:spPr>
          <a:xfrm flipV="1">
            <a:off x="3409920" y="2411280"/>
            <a:ext cx="3609720" cy="1112400"/>
          </a:xfrm>
          <a:prstGeom prst="straightConnector1">
            <a:avLst/>
          </a:prstGeom>
          <a:ln w="57150">
            <a:solidFill>
              <a:srgbClr val="f7d9b3">
                <a:lumMod val="75000"/>
              </a:srgbClr>
            </a:solidFill>
            <a:round/>
            <a:tailEnd len="med" type="triangle" w="med"/>
          </a:ln>
        </p:spPr>
      </p:cxnSp>
      <p:sp>
        <p:nvSpPr>
          <p:cNvPr id="1538" name="Rectangle 6"/>
          <p:cNvSpPr/>
          <p:nvPr/>
        </p:nvSpPr>
        <p:spPr>
          <a:xfrm>
            <a:off x="7158960" y="1676520"/>
            <a:ext cx="22806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Survive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9" name="Straight Arrow Connector 8"/>
          <p:cNvCxnSpPr>
            <a:stCxn id="1536" idx="3"/>
          </p:cNvCxnSpPr>
          <p:nvPr/>
        </p:nvCxnSpPr>
        <p:spPr>
          <a:xfrm>
            <a:off x="3409920" y="3523320"/>
            <a:ext cx="3546720" cy="1317960"/>
          </a:xfrm>
          <a:prstGeom prst="straightConnector1">
            <a:avLst/>
          </a:prstGeom>
          <a:ln w="57150">
            <a:solidFill>
              <a:srgbClr val="f69480">
                <a:lumMod val="75000"/>
              </a:srgbClr>
            </a:solidFill>
            <a:round/>
            <a:tailEnd len="med" type="triangle" w="med"/>
          </a:ln>
        </p:spPr>
      </p:cxnSp>
      <p:sp>
        <p:nvSpPr>
          <p:cNvPr id="1540" name="Rectangle 9"/>
          <p:cNvSpPr/>
          <p:nvPr/>
        </p:nvSpPr>
        <p:spPr>
          <a:xfrm>
            <a:off x="6956280" y="4343040"/>
            <a:ext cx="32706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lt2">
                    <a:lumMod val="75000"/>
                  </a:schemeClr>
                </a:solidFill>
                <a:effectLst/>
                <a:uFillTx/>
                <a:latin typeface="Calibri"/>
              </a:rPr>
              <a:t>Go home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37" dur="5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1" dur="5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46" dur="500"/>
                                        <p:tgtEl>
                                          <p:spTgt spid="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0" dur="5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1" name="Picture 4" descr=""/>
          <p:cNvPicPr/>
          <p:nvPr/>
        </p:nvPicPr>
        <p:blipFill>
          <a:blip r:embed="rId1"/>
          <a:srcRect l="17573" t="15164" r="65654" b="58947"/>
          <a:stretch/>
        </p:blipFill>
        <p:spPr>
          <a:xfrm>
            <a:off x="1407600" y="980280"/>
            <a:ext cx="2859480" cy="24829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42" name="Picture 6" descr=""/>
          <p:cNvPicPr/>
          <p:nvPr/>
        </p:nvPicPr>
        <p:blipFill>
          <a:blip r:embed="rId2"/>
          <a:srcRect l="22423" t="25095" r="66463" b="55416"/>
          <a:stretch/>
        </p:blipFill>
        <p:spPr>
          <a:xfrm>
            <a:off x="4831920" y="969120"/>
            <a:ext cx="2516400" cy="24829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43" name="Picture 8" descr=""/>
          <p:cNvPicPr/>
          <p:nvPr/>
        </p:nvPicPr>
        <p:blipFill>
          <a:blip r:embed="rId3"/>
          <a:srcRect l="20144" t="23265" r="65581" b="52672"/>
          <a:stretch/>
        </p:blipFill>
        <p:spPr>
          <a:xfrm>
            <a:off x="7913520" y="969120"/>
            <a:ext cx="2617920" cy="24829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44" name="Picture 10" descr=""/>
          <p:cNvPicPr/>
          <p:nvPr/>
        </p:nvPicPr>
        <p:blipFill>
          <a:blip r:embed="rId4"/>
          <a:stretch/>
        </p:blipFill>
        <p:spPr>
          <a:xfrm>
            <a:off x="4267080" y="4806000"/>
            <a:ext cx="3681000" cy="9759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45" name="Picture 2" descr=""/>
          <p:cNvPicPr/>
          <p:nvPr/>
        </p:nvPicPr>
        <p:blipFill>
          <a:blip r:embed="rId5"/>
          <a:stretch/>
        </p:blipFill>
        <p:spPr>
          <a:xfrm>
            <a:off x="1110600" y="485280"/>
            <a:ext cx="1928160" cy="19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6" name="Picture 5" descr=""/>
          <p:cNvPicPr/>
          <p:nvPr/>
        </p:nvPicPr>
        <p:blipFill>
          <a:blip r:embed="rId6"/>
          <a:stretch/>
        </p:blipFill>
        <p:spPr>
          <a:xfrm>
            <a:off x="4420800" y="665640"/>
            <a:ext cx="1639080" cy="163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7" name="Picture 9" descr=""/>
          <p:cNvPicPr/>
          <p:nvPr/>
        </p:nvPicPr>
        <p:blipFill>
          <a:blip r:embed="rId7"/>
          <a:stretch/>
        </p:blipFill>
        <p:spPr>
          <a:xfrm>
            <a:off x="7441920" y="630000"/>
            <a:ext cx="1639080" cy="163908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pull dir="r"/>
  </p:transition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7" dur="10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8" dur="1000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9" dur="1000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10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3" dur="1000" fill="hold"/>
                                        <p:tgtEl>
                                          <p:spTgt spid="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1000" fill="hold"/>
                                        <p:tgtEl>
                                          <p:spTgt spid="1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9" dur="10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0" dur="1000" fill="hold"/>
                                        <p:tgtEl>
                                          <p:spTgt spid="1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1" dur="1000" fill="hold"/>
                                        <p:tgtEl>
                                          <p:spTgt spid="1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10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5" dur="1000" fill="hold"/>
                                        <p:tgtEl>
                                          <p:spTgt spid="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1000" fill="hold"/>
                                        <p:tgtEl>
                                          <p:spTgt spid="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10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2" dur="1000" fill="hold"/>
                                        <p:tgtEl>
                                          <p:spTgt spid="1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3" dur="1000" fill="hold"/>
                                        <p:tgtEl>
                                          <p:spTgt spid="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10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7" dur="1000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8" dur="1000" fill="hold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4" dur="500" fill="hold"/>
                                        <p:tgtEl>
                                          <p:spTgt spid="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Picture 11" descr=""/>
          <p:cNvPicPr/>
          <p:nvPr/>
        </p:nvPicPr>
        <p:blipFill>
          <a:blip r:embed="rId1"/>
          <a:stretch/>
        </p:blipFill>
        <p:spPr>
          <a:xfrm>
            <a:off x="1344240" y="3429000"/>
            <a:ext cx="1647000" cy="14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9" name="Picture 15" descr=""/>
          <p:cNvPicPr/>
          <p:nvPr/>
        </p:nvPicPr>
        <p:blipFill>
          <a:blip r:embed="rId2"/>
          <a:stretch/>
        </p:blipFill>
        <p:spPr>
          <a:xfrm>
            <a:off x="2792880" y="1804320"/>
            <a:ext cx="1526760" cy="152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0" name="Picture 17" descr=""/>
          <p:cNvPicPr/>
          <p:nvPr/>
        </p:nvPicPr>
        <p:blipFill>
          <a:blip r:embed="rId3"/>
          <a:stretch/>
        </p:blipFill>
        <p:spPr>
          <a:xfrm>
            <a:off x="3872520" y="3090960"/>
            <a:ext cx="190476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1" name="Picture 19" descr=""/>
          <p:cNvPicPr/>
          <p:nvPr/>
        </p:nvPicPr>
        <p:blipFill>
          <a:blip r:embed="rId4"/>
          <a:stretch/>
        </p:blipFill>
        <p:spPr>
          <a:xfrm>
            <a:off x="5399640" y="1283040"/>
            <a:ext cx="2688120" cy="268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2" name="Picture 21" descr=""/>
          <p:cNvPicPr/>
          <p:nvPr/>
        </p:nvPicPr>
        <p:blipFill>
          <a:blip r:embed="rId5"/>
          <a:stretch/>
        </p:blipFill>
        <p:spPr>
          <a:xfrm>
            <a:off x="7207200" y="3162600"/>
            <a:ext cx="1761120" cy="17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3" name="Picture 25" descr=""/>
          <p:cNvPicPr/>
          <p:nvPr/>
        </p:nvPicPr>
        <p:blipFill>
          <a:blip r:embed="rId6"/>
          <a:stretch/>
        </p:blipFill>
        <p:spPr>
          <a:xfrm>
            <a:off x="8798760" y="1811520"/>
            <a:ext cx="1631520" cy="163152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pull dir="r"/>
  </p:transition>
  <p:timing>
    <p:tnLst>
      <p:par>
        <p:cTn id="295" dur="indefinite" restart="never" nodeType="tmRoot">
          <p:childTnLst>
            <p:seq>
              <p:cTn id="296" dur="indefinite" nodeType="mainSeq"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" dur="500" fill="hold"/>
                                        <p:tgtEl>
                                          <p:spTgt spid="1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500" fill="hold"/>
                                        <p:tgtEl>
                                          <p:spTgt spid="1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3" dur="500"/>
                                        <p:tgtEl>
                                          <p:spTgt spid="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"/>
                            </p:stCondLst>
                            <p:childTnLst>
                              <p:par>
                                <p:cTn id="305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" dur="500" fill="hold"/>
                                        <p:tgtEl>
                                          <p:spTgt spid="1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500" fill="hold"/>
                                        <p:tgtEl>
                                          <p:spTgt spid="1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9" dur="500"/>
                                        <p:tgtEl>
                                          <p:spTgt spid="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1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500"/>
                            </p:stCondLst>
                            <p:childTnLst>
                              <p:par>
                                <p:cTn id="317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1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0" dur="500" fill="hold"/>
                                        <p:tgtEl>
                                          <p:spTgt spid="1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000"/>
                            </p:stCondLst>
                            <p:childTnLst>
                              <p:par>
                                <p:cTn id="323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1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/>
                                        <p:tgtEl>
                                          <p:spTgt spid="1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7" dur="500"/>
                                        <p:tgtEl>
                                          <p:spTgt spid="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2500"/>
                            </p:stCondLst>
                            <p:childTnLst>
                              <p:par>
                                <p:cTn id="329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1" dur="500" fill="hold"/>
                                        <p:tgtEl>
                                          <p:spTgt spid="1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2" dur="500" fill="hold"/>
                                        <p:tgtEl>
                                          <p:spTgt spid="1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33" dur="500"/>
                                        <p:tgtEl>
                                          <p:spTgt spid="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Picture 4" descr=""/>
          <p:cNvPicPr/>
          <p:nvPr/>
        </p:nvPicPr>
        <p:blipFill>
          <a:blip r:embed="rId1"/>
          <a:stretch/>
        </p:blipFill>
        <p:spPr>
          <a:xfrm>
            <a:off x="1516680" y="1215360"/>
            <a:ext cx="5926680" cy="474660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55" name="Rectangle 5"/>
          <p:cNvSpPr/>
          <p:nvPr/>
        </p:nvSpPr>
        <p:spPr>
          <a:xfrm>
            <a:off x="2654280" y="3375720"/>
            <a:ext cx="1002960" cy="354600"/>
          </a:xfrm>
          <a:prstGeom prst="rect">
            <a:avLst/>
          </a:prstGeom>
          <a:noFill/>
          <a:ln w="57150">
            <a:solidFill>
              <a:srgbClr val="92d05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56" name="Rectangle 9"/>
          <p:cNvSpPr/>
          <p:nvPr/>
        </p:nvSpPr>
        <p:spPr>
          <a:xfrm>
            <a:off x="1732680" y="1215360"/>
            <a:ext cx="1533960" cy="354600"/>
          </a:xfrm>
          <a:prstGeom prst="rect">
            <a:avLst/>
          </a:prstGeom>
          <a:noFill/>
          <a:ln w="57150">
            <a:solidFill>
              <a:srgbClr val="92d05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557" name="Straight Arrow Connector 11"/>
          <p:cNvCxnSpPr/>
          <p:nvPr/>
        </p:nvCxnSpPr>
        <p:spPr>
          <a:xfrm flipH="1" flipV="1">
            <a:off x="2450160" y="1526760"/>
            <a:ext cx="719280" cy="1849320"/>
          </a:xfrm>
          <a:prstGeom prst="straightConnector1">
            <a:avLst/>
          </a:prstGeom>
          <a:ln w="38100">
            <a:solidFill>
              <a:srgbClr val="92d050"/>
            </a:solidFill>
            <a:round/>
            <a:tailEnd len="med" type="triangle" w="med"/>
          </a:ln>
        </p:spPr>
      </p:cxnSp>
      <p:sp>
        <p:nvSpPr>
          <p:cNvPr id="1558" name="Rectangle 12"/>
          <p:cNvSpPr/>
          <p:nvPr/>
        </p:nvSpPr>
        <p:spPr>
          <a:xfrm>
            <a:off x="7670880" y="2451240"/>
            <a:ext cx="3739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Inventory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&amp;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Crafting system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334" dur="indefinite" restart="never" nodeType="tmRoot">
          <p:childTnLst>
            <p:seq>
              <p:cTn id="335" dur="indefinite" nodeType="mainSeq">
                <p:childTnLst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0" dur="500" fill="hold"/>
                                        <p:tgtEl>
                                          <p:spTgt spid="1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500" fill="hold"/>
                                        <p:tgtEl>
                                          <p:spTgt spid="1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347" dur="1000"/>
                                        <p:tgtEl>
                                          <p:spTgt spid="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000"/>
                            </p:stCondLst>
                            <p:childTnLst>
                              <p:par>
                                <p:cTn id="349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51" dur="500"/>
                                        <p:tgtEl>
                                          <p:spTgt spid="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500"/>
                            </p:stCondLst>
                            <p:childTnLst>
                              <p:par>
                                <p:cTn id="353" nodeType="after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355" dur="10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9" name="Picture 4" descr=""/>
          <p:cNvPicPr/>
          <p:nvPr/>
        </p:nvPicPr>
        <p:blipFill>
          <a:blip r:embed="rId1"/>
          <a:stretch/>
        </p:blipFill>
        <p:spPr>
          <a:xfrm>
            <a:off x="1416240" y="1554840"/>
            <a:ext cx="4679640" cy="374760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60" name="Oval 1"/>
          <p:cNvSpPr/>
          <p:nvPr/>
        </p:nvSpPr>
        <p:spPr>
          <a:xfrm>
            <a:off x="5582520" y="4838400"/>
            <a:ext cx="621000" cy="56772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561" name="Picture 3" descr=""/>
          <p:cNvPicPr/>
          <p:nvPr/>
        </p:nvPicPr>
        <p:blipFill>
          <a:blip r:embed="rId2"/>
          <a:stretch/>
        </p:blipFill>
        <p:spPr>
          <a:xfrm>
            <a:off x="6716520" y="1123560"/>
            <a:ext cx="2853000" cy="230508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1562" name="Picture 7" descr=""/>
          <p:cNvPicPr/>
          <p:nvPr/>
        </p:nvPicPr>
        <p:blipFill>
          <a:blip r:embed="rId3"/>
          <a:stretch/>
        </p:blipFill>
        <p:spPr>
          <a:xfrm>
            <a:off x="8143200" y="2451240"/>
            <a:ext cx="2632320" cy="219492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1563" name="Picture 10" descr=""/>
          <p:cNvPicPr/>
          <p:nvPr/>
        </p:nvPicPr>
        <p:blipFill>
          <a:blip r:embed="rId4"/>
          <a:stretch/>
        </p:blipFill>
        <p:spPr>
          <a:xfrm>
            <a:off x="6716520" y="3752640"/>
            <a:ext cx="2834640" cy="222120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</p:spTree>
  </p:cSld>
  <p:transition spd="slow">
    <p:fade/>
  </p:transition>
  <p:timing>
    <p:tnLst>
      <p:par>
        <p:cTn id="356" dur="indefinite" restart="never" nodeType="tmRoot">
          <p:childTnLst>
            <p:seq>
              <p:cTn id="357" dur="indefinite" nodeType="mainSeq">
                <p:childTnLst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362" dur="10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7" dur="500" fill="hold"/>
                                        <p:tgtEl>
                                          <p:spTgt spid="1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8" dur="500" fill="hold"/>
                                        <p:tgtEl>
                                          <p:spTgt spid="1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500"/>
                            </p:stCondLst>
                            <p:childTnLst>
                              <p:par>
                                <p:cTn id="370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2" dur="500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3" dur="500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000"/>
                            </p:stCondLst>
                            <p:childTnLst>
                              <p:par>
                                <p:cTn id="375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7" dur="500" fill="hold"/>
                                        <p:tgtEl>
                                          <p:spTgt spid="1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8" dur="500" fill="hold"/>
                                        <p:tgtEl>
                                          <p:spTgt spid="1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Picture 4" descr=""/>
          <p:cNvPicPr/>
          <p:nvPr/>
        </p:nvPicPr>
        <p:blipFill>
          <a:blip r:embed="rId1"/>
          <a:stretch/>
        </p:blipFill>
        <p:spPr>
          <a:xfrm>
            <a:off x="4022640" y="2071440"/>
            <a:ext cx="4146120" cy="371880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65" name="Picture 6" descr=""/>
          <p:cNvPicPr/>
          <p:nvPr/>
        </p:nvPicPr>
        <p:blipFill>
          <a:blip r:embed="rId2"/>
          <a:stretch/>
        </p:blipFill>
        <p:spPr>
          <a:xfrm>
            <a:off x="4022640" y="2071440"/>
            <a:ext cx="4146120" cy="371880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66" name="Rectangle 1"/>
          <p:cNvSpPr/>
          <p:nvPr/>
        </p:nvSpPr>
        <p:spPr>
          <a:xfrm>
            <a:off x="4746600" y="682560"/>
            <a:ext cx="30013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Day &amp; Night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1000"/>
                                        <p:tgtEl>
                                          <p:spTgt spid="15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86" dur="1000" fill="hold"/>
                                        <p:tgtEl>
                                          <p:spTgt spid="1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7" dur="1000" fill="hold"/>
                                        <p:tgtEl>
                                          <p:spTgt spid="1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2" dur="1000"/>
                                        <p:tgtEl>
                                          <p:spTgt spid="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Picture 4" descr=""/>
          <p:cNvPicPr/>
          <p:nvPr/>
        </p:nvPicPr>
        <p:blipFill>
          <a:blip r:embed="rId1"/>
          <a:stretch/>
        </p:blipFill>
        <p:spPr>
          <a:xfrm>
            <a:off x="1803240" y="2094840"/>
            <a:ext cx="4147920" cy="36723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68" name="Picture 6" descr=""/>
          <p:cNvPicPr/>
          <p:nvPr/>
        </p:nvPicPr>
        <p:blipFill>
          <a:blip r:embed="rId2"/>
          <a:stretch/>
        </p:blipFill>
        <p:spPr>
          <a:xfrm>
            <a:off x="6822000" y="2094840"/>
            <a:ext cx="3780360" cy="36766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69" name="Rectangle 1"/>
          <p:cNvSpPr/>
          <p:nvPr/>
        </p:nvSpPr>
        <p:spPr>
          <a:xfrm>
            <a:off x="4535280" y="682560"/>
            <a:ext cx="34232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Enemy Waves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393" dur="indefinite" restart="never" nodeType="tmRoot">
          <p:childTnLst>
            <p:seq>
              <p:cTn id="394" dur="indefinite" nodeType="mainSeq">
                <p:childTnLst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9" dur="5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10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7" dur="1000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1000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Picture 4" descr=""/>
          <p:cNvPicPr/>
          <p:nvPr/>
        </p:nvPicPr>
        <p:blipFill>
          <a:blip r:embed="rId1"/>
          <a:stretch/>
        </p:blipFill>
        <p:spPr>
          <a:xfrm>
            <a:off x="1518840" y="3429000"/>
            <a:ext cx="2762280" cy="22575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71" name="Picture 6" descr=""/>
          <p:cNvPicPr/>
          <p:nvPr/>
        </p:nvPicPr>
        <p:blipFill>
          <a:blip r:embed="rId2"/>
          <a:stretch/>
        </p:blipFill>
        <p:spPr>
          <a:xfrm>
            <a:off x="4900680" y="3429000"/>
            <a:ext cx="2609640" cy="22633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72" name="Picture 8" descr=""/>
          <p:cNvPicPr/>
          <p:nvPr/>
        </p:nvPicPr>
        <p:blipFill>
          <a:blip r:embed="rId3"/>
          <a:stretch/>
        </p:blipFill>
        <p:spPr>
          <a:xfrm>
            <a:off x="8129880" y="3422880"/>
            <a:ext cx="2493720" cy="226404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73" name="Picture 12" descr=""/>
          <p:cNvPicPr/>
          <p:nvPr/>
        </p:nvPicPr>
        <p:blipFill>
          <a:blip r:embed="rId4"/>
          <a:stretch/>
        </p:blipFill>
        <p:spPr>
          <a:xfrm>
            <a:off x="2150640" y="852120"/>
            <a:ext cx="1498320" cy="149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4" name="Picture 14" descr=""/>
          <p:cNvPicPr/>
          <p:nvPr/>
        </p:nvPicPr>
        <p:blipFill>
          <a:blip r:embed="rId5"/>
          <a:stretch/>
        </p:blipFill>
        <p:spPr>
          <a:xfrm>
            <a:off x="5469480" y="865440"/>
            <a:ext cx="1471680" cy="14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5" name="Picture 16" descr=""/>
          <p:cNvPicPr/>
          <p:nvPr/>
        </p:nvPicPr>
        <p:blipFill>
          <a:blip r:embed="rId6"/>
          <a:stretch/>
        </p:blipFill>
        <p:spPr>
          <a:xfrm>
            <a:off x="8569800" y="967680"/>
            <a:ext cx="1613880" cy="16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6" name="Arrow: Down 17"/>
          <p:cNvSpPr/>
          <p:nvPr/>
        </p:nvSpPr>
        <p:spPr>
          <a:xfrm>
            <a:off x="2627640" y="2351160"/>
            <a:ext cx="612360" cy="99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2d050"/>
          </a:solidFill>
          <a:ln>
            <a:solidFill>
              <a:srgbClr val="00b05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77" name="Arrow: Down 18"/>
          <p:cNvSpPr/>
          <p:nvPr/>
        </p:nvSpPr>
        <p:spPr>
          <a:xfrm>
            <a:off x="5803200" y="2351160"/>
            <a:ext cx="612360" cy="995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>
              <a:lumMod val="50000"/>
            </a:schemeClr>
          </a:solidFill>
          <a:ln>
            <a:solidFill>
              <a:srgbClr val="c1d3dc">
                <a:lumMod val="25000"/>
              </a:srgb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78" name="Arrow: Down 19"/>
          <p:cNvSpPr/>
          <p:nvPr/>
        </p:nvSpPr>
        <p:spPr>
          <a:xfrm>
            <a:off x="9070560" y="2337840"/>
            <a:ext cx="612360" cy="995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rgbClr val="f69480">
                <a:lumMod val="50000"/>
              </a:srgb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409" dur="indefinite" restart="never" nodeType="tmRoot">
          <p:childTnLst>
            <p:seq>
              <p:cTn id="410" dur="indefinite" nodeType="mainSeq">
                <p:childTnLst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5" dur="5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20" dur="5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500"/>
                            </p:stCondLst>
                            <p:childTnLst>
                              <p:par>
                                <p:cTn id="422" nodeType="after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1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5" dur="500" fill="hold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6" dur="500" fill="hold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36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500"/>
                            </p:stCondLst>
                            <p:childTnLst>
                              <p:par>
                                <p:cTn id="438" nodeType="after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41" dur="500" fill="hold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2" dur="500" fill="hold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52"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500"/>
                            </p:stCondLst>
                            <p:childTnLst>
                              <p:par>
                                <p:cTn id="454" nodeType="after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1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7" dur="500" fill="hold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8" dur="500" fill="hold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9" name="Picture 4" descr=""/>
          <p:cNvPicPr/>
          <p:nvPr/>
        </p:nvPicPr>
        <p:blipFill>
          <a:blip r:embed="rId1"/>
          <a:srcRect l="4878" t="6082" r="53829" b="31517"/>
          <a:stretch/>
        </p:blipFill>
        <p:spPr>
          <a:xfrm>
            <a:off x="1260720" y="1289520"/>
            <a:ext cx="5033160" cy="427860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80" name="Rectangle 5"/>
          <p:cNvSpPr/>
          <p:nvPr/>
        </p:nvSpPr>
        <p:spPr>
          <a:xfrm>
            <a:off x="6557400" y="2274840"/>
            <a:ext cx="348480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Skill required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Strategy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Game senses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58534f"/>
              </a:buClr>
              <a:buFont typeface="OpenSymbol"/>
              <a:buChar char="-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Well-prepared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1" name="Picture 10" descr=""/>
          <p:cNvPicPr/>
          <p:nvPr/>
        </p:nvPicPr>
        <p:blipFill>
          <a:blip r:embed="rId2"/>
          <a:stretch/>
        </p:blipFill>
        <p:spPr>
          <a:xfrm>
            <a:off x="-5798160" y="1452240"/>
            <a:ext cx="4982040" cy="39531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</p:spTree>
  </p:cSld>
  <p:transition spd="med">
    <p:pull dir="r"/>
  </p:transition>
  <p:timing>
    <p:tnLst>
      <p:par>
        <p:cTn id="459" dur="indefinite" restart="never" nodeType="tmRoot">
          <p:childTnLst>
            <p:seq>
              <p:cTn id="460" dur="indefinite" nodeType="mainSeq">
                <p:childTnLst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65" dur="2000"/>
                                        <p:tgtEl>
                                          <p:spTgt spid="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0" dur="500" fill="hold"/>
                                        <p:tgtEl>
                                          <p:spTgt spid="1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1" dur="500" fill="hold"/>
                                        <p:tgtEl>
                                          <p:spTgt spid="1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6" dur="500" fill="hold"/>
                                        <p:tgtEl>
                                          <p:spTgt spid="1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7" dur="500" fill="hold"/>
                                        <p:tgtEl>
                                          <p:spTgt spid="1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2" dur="500" fill="hold"/>
                                        <p:tgtEl>
                                          <p:spTgt spid="1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3" dur="500" fill="hold"/>
                                        <p:tgtEl>
                                          <p:spTgt spid="1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8" dur="500" fill="hold"/>
                                        <p:tgtEl>
                                          <p:spTgt spid="1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9" dur="500" fill="hold"/>
                                        <p:tgtEl>
                                          <p:spTgt spid="1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2" name="Picture 4" descr=""/>
          <p:cNvPicPr/>
          <p:nvPr/>
        </p:nvPicPr>
        <p:blipFill>
          <a:blip r:embed="rId1"/>
          <a:srcRect l="4878" t="6082" r="53829" b="31517"/>
          <a:stretch/>
        </p:blipFill>
        <p:spPr>
          <a:xfrm>
            <a:off x="1260720" y="1289520"/>
            <a:ext cx="5033160" cy="427860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83" name="Rectangle 5"/>
          <p:cNvSpPr/>
          <p:nvPr/>
        </p:nvSpPr>
        <p:spPr>
          <a:xfrm>
            <a:off x="6538320" y="2828880"/>
            <a:ext cx="43412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 die =&gt; Game over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=&gt; Start again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4" name="Picture 7" descr=""/>
          <p:cNvPicPr/>
          <p:nvPr/>
        </p:nvPicPr>
        <p:blipFill>
          <a:blip r:embed="rId2"/>
          <a:stretch/>
        </p:blipFill>
        <p:spPr>
          <a:xfrm>
            <a:off x="1311840" y="1452240"/>
            <a:ext cx="4982040" cy="39531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</p:spTree>
  </p:cSld>
  <p:transition spd="slow">
    <p:fade/>
  </p:transition>
  <p:timing>
    <p:tnLst>
      <p:par>
        <p:cTn id="490" dur="indefinite" restart="never" nodeType="tmRoot">
          <p:childTnLst>
            <p:seq>
              <p:cTn id="491" dur="indefinite" nodeType="mainSeq">
                <p:childTnLst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47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6" dur="500"/>
                                        <p:tgtEl>
                                          <p:spTgt spid="1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97" dur="500" fill="hold"/>
                                        <p:tgtEl>
                                          <p:spTgt spid="1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8" dur="500" fill="hold"/>
                                        <p:tgtEl>
                                          <p:spTgt spid="1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9" nodeType="withEffect" fill="hold" presetClass="entr" presetID="47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1" dur="500"/>
                                        <p:tgtEl>
                                          <p:spTgt spid="1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2" dur="500" fill="hold"/>
                                        <p:tgtEl>
                                          <p:spTgt spid="1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3" dur="500" fill="hold"/>
                                        <p:tgtEl>
                                          <p:spTgt spid="1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5" name="Picture 4" descr=""/>
          <p:cNvPicPr/>
          <p:nvPr/>
        </p:nvPicPr>
        <p:blipFill>
          <a:blip r:embed="rId1"/>
          <a:stretch/>
        </p:blipFill>
        <p:spPr>
          <a:xfrm>
            <a:off x="5243040" y="1698480"/>
            <a:ext cx="5649480" cy="378216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86" name="Picture 10" descr=""/>
          <p:cNvPicPr/>
          <p:nvPr/>
        </p:nvPicPr>
        <p:blipFill>
          <a:blip r:embed="rId2"/>
          <a:stretch/>
        </p:blipFill>
        <p:spPr>
          <a:xfrm>
            <a:off x="1465560" y="1343880"/>
            <a:ext cx="1631160" cy="13330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87" name="Picture 11" descr=""/>
          <p:cNvPicPr/>
          <p:nvPr/>
        </p:nvPicPr>
        <p:blipFill>
          <a:blip r:embed="rId3"/>
          <a:stretch/>
        </p:blipFill>
        <p:spPr>
          <a:xfrm>
            <a:off x="1465560" y="3013200"/>
            <a:ext cx="1540800" cy="133668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88" name="Picture 12" descr=""/>
          <p:cNvPicPr/>
          <p:nvPr/>
        </p:nvPicPr>
        <p:blipFill>
          <a:blip r:embed="rId4"/>
          <a:stretch/>
        </p:blipFill>
        <p:spPr>
          <a:xfrm>
            <a:off x="1544760" y="4607640"/>
            <a:ext cx="1472400" cy="133704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pic>
        <p:nvPicPr>
          <p:cNvPr id="1589" name="Picture 10" descr=""/>
          <p:cNvPicPr/>
          <p:nvPr/>
        </p:nvPicPr>
        <p:blipFill>
          <a:blip r:embed="rId5"/>
          <a:stretch/>
        </p:blipFill>
        <p:spPr>
          <a:xfrm>
            <a:off x="1544760" y="1306800"/>
            <a:ext cx="1407240" cy="14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0" name="Picture 10" descr=""/>
          <p:cNvPicPr/>
          <p:nvPr/>
        </p:nvPicPr>
        <p:blipFill>
          <a:blip r:embed="rId6"/>
          <a:stretch/>
        </p:blipFill>
        <p:spPr>
          <a:xfrm>
            <a:off x="1532160" y="3013200"/>
            <a:ext cx="1407240" cy="14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1" name="Picture 10" descr=""/>
          <p:cNvPicPr/>
          <p:nvPr/>
        </p:nvPicPr>
        <p:blipFill>
          <a:blip r:embed="rId7"/>
          <a:stretch/>
        </p:blipFill>
        <p:spPr>
          <a:xfrm>
            <a:off x="1532160" y="4644720"/>
            <a:ext cx="1407240" cy="140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2" name="Arrow: Right 17"/>
          <p:cNvSpPr/>
          <p:nvPr/>
        </p:nvSpPr>
        <p:spPr>
          <a:xfrm>
            <a:off x="3453480" y="3320280"/>
            <a:ext cx="1464480" cy="594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6c574"/>
          </a:solidFill>
          <a:ln>
            <a:solidFill>
              <a:srgbClr val="6b563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  <p:timing>
    <p:tnLst>
      <p:par>
        <p:cTn id="504" dur="indefinite" restart="never" nodeType="tmRoot">
          <p:childTnLst>
            <p:seq>
              <p:cTn id="505" dur="indefinite" nodeType="mainSeq">
                <p:childTnLst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10" dur="500"/>
                                        <p:tgtEl>
                                          <p:spTgt spid="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13" dur="500"/>
                                        <p:tgtEl>
                                          <p:spTgt spid="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16" dur="500"/>
                                        <p:tgtEl>
                                          <p:spTgt spid="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1" dur="500" fill="hold"/>
                                        <p:tgtEl>
                                          <p:spTgt spid="1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2" dur="500" fill="hold"/>
                                        <p:tgtEl>
                                          <p:spTgt spid="1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23" dur="500"/>
                                        <p:tgtEl>
                                          <p:spTgt spid="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500"/>
                            </p:stCondLst>
                            <p:childTnLst>
                              <p:par>
                                <p:cTn id="525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7" dur="500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8" dur="500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29" dur="500"/>
                                        <p:tgtEl>
                                          <p:spTgt spid="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0" fill="hold">
                            <p:stCondLst>
                              <p:cond delay="1000"/>
                            </p:stCondLst>
                            <p:childTnLst>
                              <p:par>
                                <p:cTn id="531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3" dur="500" fill="hold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4" dur="500" fill="hold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35" dur="5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40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1" fill="hold">
                            <p:stCondLst>
                              <p:cond delay="500"/>
                            </p:stCondLst>
                            <p:childTnLst>
                              <p:par>
                                <p:cTn id="542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4" dur="500" fill="hold"/>
                                        <p:tgtEl>
                                          <p:spTgt spid="1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5" dur="500" fill="hold"/>
                                        <p:tgtEl>
                                          <p:spTgt spid="1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Rectangle 3"/>
          <p:cNvSpPr/>
          <p:nvPr/>
        </p:nvSpPr>
        <p:spPr>
          <a:xfrm>
            <a:off x="5041800" y="2967480"/>
            <a:ext cx="21078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Demo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title"/>
          </p:nvPr>
        </p:nvSpPr>
        <p:spPr>
          <a:xfrm>
            <a:off x="3429000" y="2976840"/>
            <a:ext cx="553572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8670" strike="noStrike" u="none">
                <a:solidFill>
                  <a:schemeClr val="dk1"/>
                </a:solidFill>
                <a:effectLst/>
                <a:uFillTx/>
                <a:latin typeface="Heebo"/>
                <a:ea typeface="Heebo"/>
              </a:rPr>
              <a:t>Thanks!</a:t>
            </a:r>
            <a:endParaRPr b="0" lang="en-US" sz="867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ssroom Rules for Back to School by Slidesgo">
  <a:themeElements>
    <a:clrScheme name="Simple Light">
      <a:dk1>
        <a:srgbClr val="58534f"/>
      </a:dk1>
      <a:lt1>
        <a:srgbClr val="f0deda"/>
      </a:lt1>
      <a:dk2>
        <a:srgbClr val="e1b6aa"/>
      </a:dk2>
      <a:lt2>
        <a:srgbClr val="f69480"/>
      </a:lt2>
      <a:accent1>
        <a:srgbClr val="f6c574"/>
      </a:accent1>
      <a:accent2>
        <a:srgbClr val="f7d9b3"/>
      </a:accent2>
      <a:accent3>
        <a:srgbClr val="c1d3dc"/>
      </a:accent3>
      <a:accent4>
        <a:srgbClr val="ffffff"/>
      </a:accent4>
      <a:accent5>
        <a:srgbClr val="ffffff"/>
      </a:accent5>
      <a:accent6>
        <a:srgbClr val="ffffff"/>
      </a:accent6>
      <a:hlink>
        <a:srgbClr val="58534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assroom Rules for Back to School by Slidesgo">
  <a:themeElements>
    <a:clrScheme name="Simple Light">
      <a:dk1>
        <a:srgbClr val="58534f"/>
      </a:dk1>
      <a:lt1>
        <a:srgbClr val="f0deda"/>
      </a:lt1>
      <a:dk2>
        <a:srgbClr val="e1b6aa"/>
      </a:dk2>
      <a:lt2>
        <a:srgbClr val="f69480"/>
      </a:lt2>
      <a:accent1>
        <a:srgbClr val="f6c574"/>
      </a:accent1>
      <a:accent2>
        <a:srgbClr val="f7d9b3"/>
      </a:accent2>
      <a:accent3>
        <a:srgbClr val="c1d3dc"/>
      </a:accent3>
      <a:accent4>
        <a:srgbClr val="ffffff"/>
      </a:accent4>
      <a:accent5>
        <a:srgbClr val="ffffff"/>
      </a:accent5>
      <a:accent6>
        <a:srgbClr val="ffffff"/>
      </a:accent6>
      <a:hlink>
        <a:srgbClr val="58534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Application>LibreOffice/25.2.5.2$Windows_X86_64 LibreOffice_project/03d19516eb2e1dd5d4ccd751a0d6f35f35e08022</Application>
  <AppVersion>15.0000</AppVersion>
  <Words>82</Words>
  <Paragraphs>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2025-08-19T13:42:57Z</dcterms:created>
  <dc:creator>Bui Minh Thai</dc:creator>
  <dc:description/>
  <dc:language>en-US</dc:language>
  <cp:lastModifiedBy/>
  <dcterms:modified xsi:type="dcterms:W3CDTF">2025-08-20T11:51:57Z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22</vt:i4>
  </property>
</Properties>
</file>